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71" r:id="rId6"/>
    <p:sldId id="262" r:id="rId7"/>
    <p:sldId id="263" r:id="rId8"/>
    <p:sldId id="270" r:id="rId9"/>
    <p:sldId id="272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42381C-47C7-43DA-87AC-ED2F764F72C4}" v="4" dt="2020-02-05T17:15:36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517" autoAdjust="0"/>
  </p:normalViewPr>
  <p:slideViewPr>
    <p:cSldViewPr snapToGrid="0">
      <p:cViewPr>
        <p:scale>
          <a:sx n="100" d="100"/>
          <a:sy n="100" d="100"/>
        </p:scale>
        <p:origin x="798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 von Gehlen" userId="ee9d88c3e5fd69be" providerId="LiveId" clId="{C7415AB4-5654-4365-84B8-023D9210BAD0}"/>
    <pc:docChg chg="undo custSel mod addSld delSld modSld sldOrd">
      <pc:chgData name="Marc von Gehlen" userId="ee9d88c3e5fd69be" providerId="LiveId" clId="{C7415AB4-5654-4365-84B8-023D9210BAD0}" dt="2020-02-05T14:38:31.027" v="2557" actId="20577"/>
      <pc:docMkLst>
        <pc:docMk/>
      </pc:docMkLst>
      <pc:sldChg chg="modSp">
        <pc:chgData name="Marc von Gehlen" userId="ee9d88c3e5fd69be" providerId="LiveId" clId="{C7415AB4-5654-4365-84B8-023D9210BAD0}" dt="2020-02-03T11:16:04.217" v="2550" actId="1076"/>
        <pc:sldMkLst>
          <pc:docMk/>
          <pc:sldMk cId="4143150237" sldId="256"/>
        </pc:sldMkLst>
        <pc:picChg chg="mod">
          <ac:chgData name="Marc von Gehlen" userId="ee9d88c3e5fd69be" providerId="LiveId" clId="{C7415AB4-5654-4365-84B8-023D9210BAD0}" dt="2020-02-03T11:16:04.217" v="2550" actId="1076"/>
          <ac:picMkLst>
            <pc:docMk/>
            <pc:sldMk cId="4143150237" sldId="256"/>
            <ac:picMk id="4" creationId="{FDCBA7FF-A860-46A4-BE83-8ACCDF258000}"/>
          </ac:picMkLst>
        </pc:picChg>
      </pc:sldChg>
      <pc:sldChg chg="ord">
        <pc:chgData name="Marc von Gehlen" userId="ee9d88c3e5fd69be" providerId="LiveId" clId="{C7415AB4-5654-4365-84B8-023D9210BAD0}" dt="2020-01-13T10:33:14.934" v="541"/>
        <pc:sldMkLst>
          <pc:docMk/>
          <pc:sldMk cId="1261557792" sldId="258"/>
        </pc:sldMkLst>
      </pc:sldChg>
      <pc:sldChg chg="addSp delSp modSp mod ord setBg modNotesTx">
        <pc:chgData name="Marc von Gehlen" userId="ee9d88c3e5fd69be" providerId="LiveId" clId="{C7415AB4-5654-4365-84B8-023D9210BAD0}" dt="2020-02-05T14:37:51.703" v="2552" actId="20577"/>
        <pc:sldMkLst>
          <pc:docMk/>
          <pc:sldMk cId="3049133432" sldId="260"/>
        </pc:sldMkLst>
        <pc:spChg chg="mod ord">
          <ac:chgData name="Marc von Gehlen" userId="ee9d88c3e5fd69be" providerId="LiveId" clId="{C7415AB4-5654-4365-84B8-023D9210BAD0}" dt="2020-01-10T08:24:27.644" v="65" actId="26606"/>
          <ac:spMkLst>
            <pc:docMk/>
            <pc:sldMk cId="3049133432" sldId="260"/>
            <ac:spMk id="2" creationId="{5F62D0B0-9682-47EB-8252-CB2C1DD5D3B4}"/>
          </ac:spMkLst>
        </pc:spChg>
        <pc:spChg chg="mod ord">
          <ac:chgData name="Marc von Gehlen" userId="ee9d88c3e5fd69be" providerId="LiveId" clId="{C7415AB4-5654-4365-84B8-023D9210BAD0}" dt="2020-02-05T14:37:51.703" v="2552" actId="20577"/>
          <ac:spMkLst>
            <pc:docMk/>
            <pc:sldMk cId="3049133432" sldId="260"/>
            <ac:spMk id="3" creationId="{F9BB4AC0-A7FC-4A0E-A713-C871D359BCDE}"/>
          </ac:spMkLst>
        </pc:spChg>
        <pc:spChg chg="add">
          <ac:chgData name="Marc von Gehlen" userId="ee9d88c3e5fd69be" providerId="LiveId" clId="{C7415AB4-5654-4365-84B8-023D9210BAD0}" dt="2020-01-10T08:24:27.644" v="65" actId="26606"/>
          <ac:spMkLst>
            <pc:docMk/>
            <pc:sldMk cId="3049133432" sldId="260"/>
            <ac:spMk id="7" creationId="{6EFFF4A2-EB01-4738-9824-8D9A72A51BB9}"/>
          </ac:spMkLst>
        </pc:spChg>
        <pc:spChg chg="add del">
          <ac:chgData name="Marc von Gehlen" userId="ee9d88c3e5fd69be" providerId="LiveId" clId="{C7415AB4-5654-4365-84B8-023D9210BAD0}" dt="2020-01-10T08:23:42.097" v="54" actId="26606"/>
          <ac:spMkLst>
            <pc:docMk/>
            <pc:sldMk cId="3049133432" sldId="260"/>
            <ac:spMk id="10" creationId="{2B566528-1B12-4246-9431-5C2D7D081168}"/>
          </ac:spMkLst>
        </pc:spChg>
        <pc:spChg chg="add del">
          <ac:chgData name="Marc von Gehlen" userId="ee9d88c3e5fd69be" providerId="LiveId" clId="{C7415AB4-5654-4365-84B8-023D9210BAD0}" dt="2020-01-10T08:23:42.097" v="54" actId="26606"/>
          <ac:spMkLst>
            <pc:docMk/>
            <pc:sldMk cId="3049133432" sldId="260"/>
            <ac:spMk id="12" creationId="{2E80C965-DB6D-4F81-9E9E-B027384D0BD6}"/>
          </ac:spMkLst>
        </pc:spChg>
        <pc:spChg chg="add del">
          <ac:chgData name="Marc von Gehlen" userId="ee9d88c3e5fd69be" providerId="LiveId" clId="{C7415AB4-5654-4365-84B8-023D9210BAD0}" dt="2020-01-10T08:23:42.097" v="54" actId="26606"/>
          <ac:spMkLst>
            <pc:docMk/>
            <pc:sldMk cId="3049133432" sldId="260"/>
            <ac:spMk id="14" creationId="{A580F890-B085-4E95-96AA-55AEBEC5CE6E}"/>
          </ac:spMkLst>
        </pc:spChg>
        <pc:spChg chg="add del">
          <ac:chgData name="Marc von Gehlen" userId="ee9d88c3e5fd69be" providerId="LiveId" clId="{C7415AB4-5654-4365-84B8-023D9210BAD0}" dt="2020-01-10T08:23:42.097" v="54" actId="26606"/>
          <ac:spMkLst>
            <pc:docMk/>
            <pc:sldMk cId="3049133432" sldId="260"/>
            <ac:spMk id="16" creationId="{D3F51FEB-38FB-4F6C-9F7B-2F2AFAB65463}"/>
          </ac:spMkLst>
        </pc:spChg>
        <pc:spChg chg="add del">
          <ac:chgData name="Marc von Gehlen" userId="ee9d88c3e5fd69be" providerId="LiveId" clId="{C7415AB4-5654-4365-84B8-023D9210BAD0}" dt="2020-01-10T08:23:42.097" v="54" actId="26606"/>
          <ac:spMkLst>
            <pc:docMk/>
            <pc:sldMk cId="3049133432" sldId="260"/>
            <ac:spMk id="18" creationId="{1E547BA6-BAE0-43BB-A7CA-60F69CE252F0}"/>
          </ac:spMkLst>
        </pc:spChg>
        <pc:spChg chg="add del">
          <ac:chgData name="Marc von Gehlen" userId="ee9d88c3e5fd69be" providerId="LiveId" clId="{C7415AB4-5654-4365-84B8-023D9210BAD0}" dt="2020-01-10T08:24:17.564" v="64" actId="26606"/>
          <ac:spMkLst>
            <pc:docMk/>
            <pc:sldMk cId="3049133432" sldId="260"/>
            <ac:spMk id="20" creationId="{3D970B91-29E2-4F24-B764-43BD55681B57}"/>
          </ac:spMkLst>
        </pc:spChg>
        <pc:spChg chg="add del">
          <ac:chgData name="Marc von Gehlen" userId="ee9d88c3e5fd69be" providerId="LiveId" clId="{C7415AB4-5654-4365-84B8-023D9210BAD0}" dt="2020-01-10T08:24:17.564" v="64" actId="26606"/>
          <ac:spMkLst>
            <pc:docMk/>
            <pc:sldMk cId="3049133432" sldId="260"/>
            <ac:spMk id="21" creationId="{410C1444-5E64-4361-A98D-1098E1813E6A}"/>
          </ac:spMkLst>
        </pc:spChg>
        <pc:spChg chg="add del">
          <ac:chgData name="Marc von Gehlen" userId="ee9d88c3e5fd69be" providerId="LiveId" clId="{C7415AB4-5654-4365-84B8-023D9210BAD0}" dt="2020-01-10T08:24:17.564" v="64" actId="26606"/>
          <ac:spMkLst>
            <pc:docMk/>
            <pc:sldMk cId="3049133432" sldId="260"/>
            <ac:spMk id="22" creationId="{26B27121-84C3-4B13-BF63-FC689097F801}"/>
          </ac:spMkLst>
        </pc:spChg>
        <pc:spChg chg="add del">
          <ac:chgData name="Marc von Gehlen" userId="ee9d88c3e5fd69be" providerId="LiveId" clId="{C7415AB4-5654-4365-84B8-023D9210BAD0}" dt="2020-01-10T08:24:17.564" v="64" actId="26606"/>
          <ac:spMkLst>
            <pc:docMk/>
            <pc:sldMk cId="3049133432" sldId="260"/>
            <ac:spMk id="23" creationId="{9EC59F2A-3391-4680-823A-EB19F0C67A95}"/>
          </ac:spMkLst>
        </pc:spChg>
        <pc:spChg chg="add del">
          <ac:chgData name="Marc von Gehlen" userId="ee9d88c3e5fd69be" providerId="LiveId" clId="{C7415AB4-5654-4365-84B8-023D9210BAD0}" dt="2020-01-10T08:24:17.564" v="64" actId="26606"/>
          <ac:spMkLst>
            <pc:docMk/>
            <pc:sldMk cId="3049133432" sldId="260"/>
            <ac:spMk id="24" creationId="{90A8413F-D55B-496A-A28C-9D9D7434FA07}"/>
          </ac:spMkLst>
        </pc:spChg>
        <pc:spChg chg="add del">
          <ac:chgData name="Marc von Gehlen" userId="ee9d88c3e5fd69be" providerId="LiveId" clId="{C7415AB4-5654-4365-84B8-023D9210BAD0}" dt="2020-01-10T08:23:57.617" v="57" actId="26606"/>
          <ac:spMkLst>
            <pc:docMk/>
            <pc:sldMk cId="3049133432" sldId="260"/>
            <ac:spMk id="29" creationId="{9D3A9E89-033E-4C4A-8C41-416DABFFD307}"/>
          </ac:spMkLst>
        </pc:spChg>
        <pc:spChg chg="add del">
          <ac:chgData name="Marc von Gehlen" userId="ee9d88c3e5fd69be" providerId="LiveId" clId="{C7415AB4-5654-4365-84B8-023D9210BAD0}" dt="2020-01-10T08:23:57.617" v="57" actId="26606"/>
          <ac:spMkLst>
            <pc:docMk/>
            <pc:sldMk cId="3049133432" sldId="260"/>
            <ac:spMk id="31" creationId="{86293361-111E-427D-8E5B-256944AC8395}"/>
          </ac:spMkLst>
        </pc:spChg>
        <pc:spChg chg="add del">
          <ac:chgData name="Marc von Gehlen" userId="ee9d88c3e5fd69be" providerId="LiveId" clId="{C7415AB4-5654-4365-84B8-023D9210BAD0}" dt="2020-01-10T08:23:57.617" v="57" actId="26606"/>
          <ac:spMkLst>
            <pc:docMk/>
            <pc:sldMk cId="3049133432" sldId="260"/>
            <ac:spMk id="55" creationId="{78907291-9D6D-4740-81DB-441477BCA279}"/>
          </ac:spMkLst>
        </pc:spChg>
        <pc:spChg chg="add del">
          <ac:chgData name="Marc von Gehlen" userId="ee9d88c3e5fd69be" providerId="LiveId" clId="{C7415AB4-5654-4365-84B8-023D9210BAD0}" dt="2020-01-10T08:23:58.885" v="59" actId="26606"/>
          <ac:spMkLst>
            <pc:docMk/>
            <pc:sldMk cId="3049133432" sldId="260"/>
            <ac:spMk id="57" creationId="{99899462-FC16-43B0-966B-FCA263450716}"/>
          </ac:spMkLst>
        </pc:spChg>
        <pc:spChg chg="add del">
          <ac:chgData name="Marc von Gehlen" userId="ee9d88c3e5fd69be" providerId="LiveId" clId="{C7415AB4-5654-4365-84B8-023D9210BAD0}" dt="2020-01-10T08:24:01.547" v="61" actId="26606"/>
          <ac:spMkLst>
            <pc:docMk/>
            <pc:sldMk cId="3049133432" sldId="260"/>
            <ac:spMk id="60" creationId="{5AAE9118-0436-4488-AC4A-C14DF6A7B6B1}"/>
          </ac:spMkLst>
        </pc:spChg>
        <pc:spChg chg="add del">
          <ac:chgData name="Marc von Gehlen" userId="ee9d88c3e5fd69be" providerId="LiveId" clId="{C7415AB4-5654-4365-84B8-023D9210BAD0}" dt="2020-01-10T08:24:01.547" v="61" actId="26606"/>
          <ac:spMkLst>
            <pc:docMk/>
            <pc:sldMk cId="3049133432" sldId="260"/>
            <ac:spMk id="61" creationId="{48AADC38-41AB-482C-B8C3-6B9CD91B678A}"/>
          </ac:spMkLst>
        </pc:spChg>
        <pc:spChg chg="add del">
          <ac:chgData name="Marc von Gehlen" userId="ee9d88c3e5fd69be" providerId="LiveId" clId="{C7415AB4-5654-4365-84B8-023D9210BAD0}" dt="2020-01-10T08:24:15.645" v="63" actId="26606"/>
          <ac:spMkLst>
            <pc:docMk/>
            <pc:sldMk cId="3049133432" sldId="260"/>
            <ac:spMk id="63" creationId="{3685B357-FECE-4F11-B3D0-433533DF9C29}"/>
          </ac:spMkLst>
        </pc:spChg>
        <pc:spChg chg="add del">
          <ac:chgData name="Marc von Gehlen" userId="ee9d88c3e5fd69be" providerId="LiveId" clId="{C7415AB4-5654-4365-84B8-023D9210BAD0}" dt="2020-01-10T08:24:15.645" v="63" actId="26606"/>
          <ac:spMkLst>
            <pc:docMk/>
            <pc:sldMk cId="3049133432" sldId="260"/>
            <ac:spMk id="64" creationId="{364795DB-290E-4908-965D-AED9526AAFEA}"/>
          </ac:spMkLst>
        </pc:spChg>
        <pc:grpChg chg="add">
          <ac:chgData name="Marc von Gehlen" userId="ee9d88c3e5fd69be" providerId="LiveId" clId="{C7415AB4-5654-4365-84B8-023D9210BAD0}" dt="2020-01-10T08:24:27.644" v="65" actId="26606"/>
          <ac:grpSpMkLst>
            <pc:docMk/>
            <pc:sldMk cId="3049133432" sldId="260"/>
            <ac:grpSpMk id="8" creationId="{D4469D90-62FA-49B2-981E-5305361D5A58}"/>
          </ac:grpSpMkLst>
        </pc:grpChg>
        <pc:grpChg chg="add del">
          <ac:chgData name="Marc von Gehlen" userId="ee9d88c3e5fd69be" providerId="LiveId" clId="{C7415AB4-5654-4365-84B8-023D9210BAD0}" dt="2020-01-10T08:23:57.617" v="57" actId="26606"/>
          <ac:grpSpMkLst>
            <pc:docMk/>
            <pc:sldMk cId="3049133432" sldId="260"/>
            <ac:grpSpMk id="33" creationId="{A41D73DD-160B-4885-A9CF-94EADD70D421}"/>
          </ac:grpSpMkLst>
        </pc:grpChg>
        <pc:picChg chg="add mod ord">
          <ac:chgData name="Marc von Gehlen" userId="ee9d88c3e5fd69be" providerId="LiveId" clId="{C7415AB4-5654-4365-84B8-023D9210BAD0}" dt="2020-01-10T08:24:27.644" v="65" actId="26606"/>
          <ac:picMkLst>
            <pc:docMk/>
            <pc:sldMk cId="3049133432" sldId="260"/>
            <ac:picMk id="4" creationId="{F68FC0B1-D701-4C7F-A24A-208DBA3D3A34}"/>
          </ac:picMkLst>
        </pc:picChg>
        <pc:picChg chg="add mod ord">
          <ac:chgData name="Marc von Gehlen" userId="ee9d88c3e5fd69be" providerId="LiveId" clId="{C7415AB4-5654-4365-84B8-023D9210BAD0}" dt="2020-01-10T08:24:27.644" v="65" actId="26606"/>
          <ac:picMkLst>
            <pc:docMk/>
            <pc:sldMk cId="3049133432" sldId="260"/>
            <ac:picMk id="5" creationId="{7123E69C-497F-4C96-A2D5-7E285063ECD6}"/>
          </ac:picMkLst>
        </pc:picChg>
        <pc:cxnChg chg="add del">
          <ac:chgData name="Marc von Gehlen" userId="ee9d88c3e5fd69be" providerId="LiveId" clId="{C7415AB4-5654-4365-84B8-023D9210BAD0}" dt="2020-01-10T08:23:58.885" v="59" actId="26606"/>
          <ac:cxnSpMkLst>
            <pc:docMk/>
            <pc:sldMk cId="3049133432" sldId="260"/>
            <ac:cxnSpMk id="58" creationId="{AAFEA932-2DF1-410C-A00A-7A1E7DBF7511}"/>
          </ac:cxnSpMkLst>
        </pc:cxnChg>
        <pc:cxnChg chg="add del">
          <ac:chgData name="Marc von Gehlen" userId="ee9d88c3e5fd69be" providerId="LiveId" clId="{C7415AB4-5654-4365-84B8-023D9210BAD0}" dt="2020-01-10T08:24:15.645" v="63" actId="26606"/>
          <ac:cxnSpMkLst>
            <pc:docMk/>
            <pc:sldMk cId="3049133432" sldId="260"/>
            <ac:cxnSpMk id="65" creationId="{C21E00FA-5862-4ADF-8F96-08EC1FF48113}"/>
          </ac:cxnSpMkLst>
        </pc:cxnChg>
      </pc:sldChg>
      <pc:sldChg chg="modNotesTx">
        <pc:chgData name="Marc von Gehlen" userId="ee9d88c3e5fd69be" providerId="LiveId" clId="{C7415AB4-5654-4365-84B8-023D9210BAD0}" dt="2020-01-30T08:22:07.994" v="1430" actId="20577"/>
        <pc:sldMkLst>
          <pc:docMk/>
          <pc:sldMk cId="2737512905" sldId="262"/>
        </pc:sldMkLst>
      </pc:sldChg>
      <pc:sldChg chg="modNotesTx">
        <pc:chgData name="Marc von Gehlen" userId="ee9d88c3e5fd69be" providerId="LiveId" clId="{C7415AB4-5654-4365-84B8-023D9210BAD0}" dt="2020-01-30T08:21:50.208" v="1429" actId="20577"/>
        <pc:sldMkLst>
          <pc:docMk/>
          <pc:sldMk cId="3871113730" sldId="263"/>
        </pc:sldMkLst>
      </pc:sldChg>
      <pc:sldChg chg="del modNotesTx">
        <pc:chgData name="Marc von Gehlen" userId="ee9d88c3e5fd69be" providerId="LiveId" clId="{C7415AB4-5654-4365-84B8-023D9210BAD0}" dt="2020-01-30T11:15:59.199" v="1559" actId="2696"/>
        <pc:sldMkLst>
          <pc:docMk/>
          <pc:sldMk cId="3490674075" sldId="265"/>
        </pc:sldMkLst>
      </pc:sldChg>
      <pc:sldChg chg="addSp delSp modSp">
        <pc:chgData name="Marc von Gehlen" userId="ee9d88c3e5fd69be" providerId="LiveId" clId="{C7415AB4-5654-4365-84B8-023D9210BAD0}" dt="2020-01-29T07:04:19.596" v="1169" actId="1076"/>
        <pc:sldMkLst>
          <pc:docMk/>
          <pc:sldMk cId="3573554956" sldId="267"/>
        </pc:sldMkLst>
        <pc:spChg chg="mod">
          <ac:chgData name="Marc von Gehlen" userId="ee9d88c3e5fd69be" providerId="LiveId" clId="{C7415AB4-5654-4365-84B8-023D9210BAD0}" dt="2020-01-10T11:06:03.948" v="525" actId="20577"/>
          <ac:spMkLst>
            <pc:docMk/>
            <pc:sldMk cId="3573554956" sldId="267"/>
            <ac:spMk id="2" creationId="{561DBD91-0CEA-4A26-B0D5-EE9D5CFC6484}"/>
          </ac:spMkLst>
        </pc:spChg>
        <pc:spChg chg="add mod">
          <ac:chgData name="Marc von Gehlen" userId="ee9d88c3e5fd69be" providerId="LiveId" clId="{C7415AB4-5654-4365-84B8-023D9210BAD0}" dt="2020-01-29T07:04:19.596" v="1169" actId="1076"/>
          <ac:spMkLst>
            <pc:docMk/>
            <pc:sldMk cId="3573554956" sldId="267"/>
            <ac:spMk id="5" creationId="{325F9988-84C6-469B-83CE-724E84E1638E}"/>
          </ac:spMkLst>
        </pc:spChg>
        <pc:picChg chg="add del mod">
          <ac:chgData name="Marc von Gehlen" userId="ee9d88c3e5fd69be" providerId="LiveId" clId="{C7415AB4-5654-4365-84B8-023D9210BAD0}" dt="2020-01-10T11:06:13.616" v="526"/>
          <ac:picMkLst>
            <pc:docMk/>
            <pc:sldMk cId="3573554956" sldId="267"/>
            <ac:picMk id="4" creationId="{643AECF6-03AC-4D45-BB8C-85EE5F68AF46}"/>
          </ac:picMkLst>
        </pc:picChg>
      </pc:sldChg>
      <pc:sldChg chg="addSp modSp mod ord setBg setClrOvrMap">
        <pc:chgData name="Marc von Gehlen" userId="ee9d88c3e5fd69be" providerId="LiveId" clId="{C7415AB4-5654-4365-84B8-023D9210BAD0}" dt="2020-01-10T11:10:55.068" v="540" actId="20577"/>
        <pc:sldMkLst>
          <pc:docMk/>
          <pc:sldMk cId="1464695753" sldId="268"/>
        </pc:sldMkLst>
        <pc:spChg chg="mod">
          <ac:chgData name="Marc von Gehlen" userId="ee9d88c3e5fd69be" providerId="LiveId" clId="{C7415AB4-5654-4365-84B8-023D9210BAD0}" dt="2020-01-10T08:26:44.263" v="76" actId="790"/>
          <ac:spMkLst>
            <pc:docMk/>
            <pc:sldMk cId="1464695753" sldId="268"/>
            <ac:spMk id="2" creationId="{B7056319-C061-43DE-9C64-BC3D2D48C8F4}"/>
          </ac:spMkLst>
        </pc:spChg>
        <pc:spChg chg="mod">
          <ac:chgData name="Marc von Gehlen" userId="ee9d88c3e5fd69be" providerId="LiveId" clId="{C7415AB4-5654-4365-84B8-023D9210BAD0}" dt="2020-01-10T11:10:55.068" v="540" actId="20577"/>
          <ac:spMkLst>
            <pc:docMk/>
            <pc:sldMk cId="1464695753" sldId="268"/>
            <ac:spMk id="3" creationId="{B24871B6-EA94-4484-A9E9-BC9D72BDD637}"/>
          </ac:spMkLst>
        </pc:spChg>
        <pc:spChg chg="add mod">
          <ac:chgData name="Marc von Gehlen" userId="ee9d88c3e5fd69be" providerId="LiveId" clId="{C7415AB4-5654-4365-84B8-023D9210BAD0}" dt="2020-01-10T08:28:28.696" v="89" actId="20577"/>
          <ac:spMkLst>
            <pc:docMk/>
            <pc:sldMk cId="1464695753" sldId="268"/>
            <ac:spMk id="4" creationId="{9DB79080-5B87-4F21-8A8C-0421B9AF9D19}"/>
          </ac:spMkLst>
        </pc:spChg>
        <pc:spChg chg="add">
          <ac:chgData name="Marc von Gehlen" userId="ee9d88c3e5fd69be" providerId="LiveId" clId="{C7415AB4-5654-4365-84B8-023D9210BAD0}" dt="2020-01-10T08:26:05.105" v="70" actId="26606"/>
          <ac:spMkLst>
            <pc:docMk/>
            <pc:sldMk cId="1464695753" sldId="268"/>
            <ac:spMk id="9" creationId="{FEF085B8-A2C0-4A6F-B663-CCC56F3CD373}"/>
          </ac:spMkLst>
        </pc:spChg>
        <pc:spChg chg="add">
          <ac:chgData name="Marc von Gehlen" userId="ee9d88c3e5fd69be" providerId="LiveId" clId="{C7415AB4-5654-4365-84B8-023D9210BAD0}" dt="2020-01-10T08:26:05.105" v="70" actId="26606"/>
          <ac:spMkLst>
            <pc:docMk/>
            <pc:sldMk cId="1464695753" sldId="268"/>
            <ac:spMk id="11" creationId="{2658F6D6-96E0-421A-96D6-3DF404008543}"/>
          </ac:spMkLst>
        </pc:spChg>
        <pc:spChg chg="add">
          <ac:chgData name="Marc von Gehlen" userId="ee9d88c3e5fd69be" providerId="LiveId" clId="{C7415AB4-5654-4365-84B8-023D9210BAD0}" dt="2020-01-10T08:26:05.105" v="70" actId="26606"/>
          <ac:spMkLst>
            <pc:docMk/>
            <pc:sldMk cId="1464695753" sldId="268"/>
            <ac:spMk id="13" creationId="{3CF62545-93A0-4FD5-9B48-48DCA794CBA1}"/>
          </ac:spMkLst>
        </pc:spChg>
      </pc:sldChg>
      <pc:sldChg chg="addSp delSp modSp mod ord setBg setClrOvrMap">
        <pc:chgData name="Marc von Gehlen" userId="ee9d88c3e5fd69be" providerId="LiveId" clId="{C7415AB4-5654-4365-84B8-023D9210BAD0}" dt="2020-01-13T11:56:14.292" v="1167" actId="20577"/>
        <pc:sldMkLst>
          <pc:docMk/>
          <pc:sldMk cId="4022071541" sldId="269"/>
        </pc:sldMkLst>
        <pc:spChg chg="mod">
          <ac:chgData name="Marc von Gehlen" userId="ee9d88c3e5fd69be" providerId="LiveId" clId="{C7415AB4-5654-4365-84B8-023D9210BAD0}" dt="2020-01-10T08:35:10.512" v="202" actId="26606"/>
          <ac:spMkLst>
            <pc:docMk/>
            <pc:sldMk cId="4022071541" sldId="269"/>
            <ac:spMk id="2" creationId="{CCEF0B92-2888-46A1-BBA8-753D3C3720D8}"/>
          </ac:spMkLst>
        </pc:spChg>
        <pc:spChg chg="mod">
          <ac:chgData name="Marc von Gehlen" userId="ee9d88c3e5fd69be" providerId="LiveId" clId="{C7415AB4-5654-4365-84B8-023D9210BAD0}" dt="2020-01-13T11:56:14.292" v="1167" actId="20577"/>
          <ac:spMkLst>
            <pc:docMk/>
            <pc:sldMk cId="4022071541" sldId="269"/>
            <ac:spMk id="3" creationId="{63474413-78D1-47B3-A918-35536892794B}"/>
          </ac:spMkLst>
        </pc:spChg>
        <pc:spChg chg="add">
          <ac:chgData name="Marc von Gehlen" userId="ee9d88c3e5fd69be" providerId="LiveId" clId="{C7415AB4-5654-4365-84B8-023D9210BAD0}" dt="2020-01-10T08:35:10.512" v="202" actId="26606"/>
          <ac:spMkLst>
            <pc:docMk/>
            <pc:sldMk cId="4022071541" sldId="269"/>
            <ac:spMk id="8" creationId="{EA67B5B4-3A24-436E-B663-1B2EBFF8A0CD}"/>
          </ac:spMkLst>
        </pc:spChg>
        <pc:spChg chg="add">
          <ac:chgData name="Marc von Gehlen" userId="ee9d88c3e5fd69be" providerId="LiveId" clId="{C7415AB4-5654-4365-84B8-023D9210BAD0}" dt="2020-01-10T08:35:10.512" v="202" actId="26606"/>
          <ac:spMkLst>
            <pc:docMk/>
            <pc:sldMk cId="4022071541" sldId="269"/>
            <ac:spMk id="10" creationId="{987FDF89-C993-41F4-A1B8-DBAFF16008A9}"/>
          </ac:spMkLst>
        </pc:spChg>
        <pc:spChg chg="add">
          <ac:chgData name="Marc von Gehlen" userId="ee9d88c3e5fd69be" providerId="LiveId" clId="{C7415AB4-5654-4365-84B8-023D9210BAD0}" dt="2020-01-10T08:35:10.512" v="202" actId="26606"/>
          <ac:spMkLst>
            <pc:docMk/>
            <pc:sldMk cId="4022071541" sldId="269"/>
            <ac:spMk id="12" creationId="{64E585EA-75FD-4025-8270-F66A58A15CDA}"/>
          </ac:spMkLst>
        </pc:spChg>
        <pc:picChg chg="add del">
          <ac:chgData name="Marc von Gehlen" userId="ee9d88c3e5fd69be" providerId="LiveId" clId="{C7415AB4-5654-4365-84B8-023D9210BAD0}" dt="2020-01-10T08:35:10.474" v="201" actId="26606"/>
          <ac:picMkLst>
            <pc:docMk/>
            <pc:sldMk cId="4022071541" sldId="269"/>
            <ac:picMk id="7" creationId="{3BBC8410-3F66-4E49-8E78-49790D67D3A1}"/>
          </ac:picMkLst>
        </pc:picChg>
      </pc:sldChg>
      <pc:sldChg chg="delSp modSp modNotesTx">
        <pc:chgData name="Marc von Gehlen" userId="ee9d88c3e5fd69be" providerId="LiveId" clId="{C7415AB4-5654-4365-84B8-023D9210BAD0}" dt="2020-02-03T10:58:50.166" v="2548" actId="1076"/>
        <pc:sldMkLst>
          <pc:docMk/>
          <pc:sldMk cId="1912485461" sldId="270"/>
        </pc:sldMkLst>
        <pc:spChg chg="mod">
          <ac:chgData name="Marc von Gehlen" userId="ee9d88c3e5fd69be" providerId="LiveId" clId="{C7415AB4-5654-4365-84B8-023D9210BAD0}" dt="2020-02-03T10:58:50.166" v="2548" actId="1076"/>
          <ac:spMkLst>
            <pc:docMk/>
            <pc:sldMk cId="1912485461" sldId="270"/>
            <ac:spMk id="2" creationId="{D8D7FD16-1B39-4F17-AF38-6B5A701E3F52}"/>
          </ac:spMkLst>
        </pc:spChg>
        <pc:spChg chg="del mod">
          <ac:chgData name="Marc von Gehlen" userId="ee9d88c3e5fd69be" providerId="LiveId" clId="{C7415AB4-5654-4365-84B8-023D9210BAD0}" dt="2020-02-03T10:58:37.448" v="2547"/>
          <ac:spMkLst>
            <pc:docMk/>
            <pc:sldMk cId="1912485461" sldId="270"/>
            <ac:spMk id="10" creationId="{F6C7FE42-50FD-4144-A4B0-E756CBCAEEF1}"/>
          </ac:spMkLst>
        </pc:spChg>
      </pc:sldChg>
      <pc:sldChg chg="addSp delSp modSp add mod setBg setClrOvrMap delDesignElem">
        <pc:chgData name="Marc von Gehlen" userId="ee9d88c3e5fd69be" providerId="LiveId" clId="{C7415AB4-5654-4365-84B8-023D9210BAD0}" dt="2020-01-13T11:41:55.518" v="1151" actId="1076"/>
        <pc:sldMkLst>
          <pc:docMk/>
          <pc:sldMk cId="1116580819" sldId="271"/>
        </pc:sldMkLst>
        <pc:spChg chg="mod">
          <ac:chgData name="Marc von Gehlen" userId="ee9d88c3e5fd69be" providerId="LiveId" clId="{C7415AB4-5654-4365-84B8-023D9210BAD0}" dt="2020-01-10T08:39:16.737" v="279" actId="26606"/>
          <ac:spMkLst>
            <pc:docMk/>
            <pc:sldMk cId="1116580819" sldId="271"/>
            <ac:spMk id="2" creationId="{364155DB-7440-45D8-BA2A-6B2342BB991E}"/>
          </ac:spMkLst>
        </pc:spChg>
        <pc:spChg chg="mod">
          <ac:chgData name="Marc von Gehlen" userId="ee9d88c3e5fd69be" providerId="LiveId" clId="{C7415AB4-5654-4365-84B8-023D9210BAD0}" dt="2020-01-10T08:39:16.737" v="279" actId="26606"/>
          <ac:spMkLst>
            <pc:docMk/>
            <pc:sldMk cId="1116580819" sldId="271"/>
            <ac:spMk id="3" creationId="{26A624AE-C22F-4C14-9CD8-8C4449D307B2}"/>
          </ac:spMkLst>
        </pc:spChg>
        <pc:spChg chg="del">
          <ac:chgData name="Marc von Gehlen" userId="ee9d88c3e5fd69be" providerId="LiveId" clId="{C7415AB4-5654-4365-84B8-023D9210BAD0}" dt="2020-01-10T08:37:04.165" v="214"/>
          <ac:spMkLst>
            <pc:docMk/>
            <pc:sldMk cId="1116580819" sldId="271"/>
            <ac:spMk id="10" creationId="{B0792D4F-247E-46FE-85FC-881DEFA41D94}"/>
          </ac:spMkLst>
        </pc:spChg>
        <pc:spChg chg="del">
          <ac:chgData name="Marc von Gehlen" userId="ee9d88c3e5fd69be" providerId="LiveId" clId="{C7415AB4-5654-4365-84B8-023D9210BAD0}" dt="2020-01-10T08:37:04.165" v="214"/>
          <ac:spMkLst>
            <pc:docMk/>
            <pc:sldMk cId="1116580819" sldId="271"/>
            <ac:spMk id="11" creationId="{FA3CD3A3-D3C1-4567-BEC0-3A50E9A3A630}"/>
          </ac:spMkLst>
        </pc:spChg>
        <pc:spChg chg="add">
          <ac:chgData name="Marc von Gehlen" userId="ee9d88c3e5fd69be" providerId="LiveId" clId="{C7415AB4-5654-4365-84B8-023D9210BAD0}" dt="2020-01-10T08:39:16.737" v="279" actId="26606"/>
          <ac:spMkLst>
            <pc:docMk/>
            <pc:sldMk cId="1116580819" sldId="271"/>
            <ac:spMk id="19" creationId="{867D4867-5BA7-4462-B2F6-A23F4A622AA7}"/>
          </ac:spMkLst>
        </pc:spChg>
        <pc:picChg chg="mod">
          <ac:chgData name="Marc von Gehlen" userId="ee9d88c3e5fd69be" providerId="LiveId" clId="{C7415AB4-5654-4365-84B8-023D9210BAD0}" dt="2020-01-13T11:41:55.518" v="1151" actId="1076"/>
          <ac:picMkLst>
            <pc:docMk/>
            <pc:sldMk cId="1116580819" sldId="271"/>
            <ac:picMk id="14" creationId="{1D56BE94-65EA-4FAB-B27E-DCA8110080AF}"/>
          </ac:picMkLst>
        </pc:picChg>
        <pc:cxnChg chg="del">
          <ac:chgData name="Marc von Gehlen" userId="ee9d88c3e5fd69be" providerId="LiveId" clId="{C7415AB4-5654-4365-84B8-023D9210BAD0}" dt="2020-01-10T08:37:04.165" v="214"/>
          <ac:cxnSpMkLst>
            <pc:docMk/>
            <pc:sldMk cId="1116580819" sldId="271"/>
            <ac:cxnSpMk id="12" creationId="{B56D13EF-D431-4D0F-BFFC-1B5A686FF9BD}"/>
          </ac:cxnSpMkLst>
        </pc:cxnChg>
      </pc:sldChg>
      <pc:sldChg chg="addSp delSp modSp add mod setBg setClrOvrMap modNotesTx">
        <pc:chgData name="Marc von Gehlen" userId="ee9d88c3e5fd69be" providerId="LiveId" clId="{C7415AB4-5654-4365-84B8-023D9210BAD0}" dt="2020-02-05T14:38:31.027" v="2557" actId="20577"/>
        <pc:sldMkLst>
          <pc:docMk/>
          <pc:sldMk cId="2552673259" sldId="272"/>
        </pc:sldMkLst>
        <pc:spChg chg="mod ord">
          <ac:chgData name="Marc von Gehlen" userId="ee9d88c3e5fd69be" providerId="LiveId" clId="{C7415AB4-5654-4365-84B8-023D9210BAD0}" dt="2020-01-30T11:20:03.737" v="1600" actId="26606"/>
          <ac:spMkLst>
            <pc:docMk/>
            <pc:sldMk cId="2552673259" sldId="272"/>
            <ac:spMk id="2" creationId="{EF81075A-8F5D-4CE3-83DF-D012819598F7}"/>
          </ac:spMkLst>
        </pc:spChg>
        <pc:spChg chg="mod ord">
          <ac:chgData name="Marc von Gehlen" userId="ee9d88c3e5fd69be" providerId="LiveId" clId="{C7415AB4-5654-4365-84B8-023D9210BAD0}" dt="2020-02-05T14:38:31.027" v="2557" actId="20577"/>
          <ac:spMkLst>
            <pc:docMk/>
            <pc:sldMk cId="2552673259" sldId="272"/>
            <ac:spMk id="3" creationId="{058EAAE9-C47E-43DA-A1C5-7CFCD2A33C32}"/>
          </ac:spMkLst>
        </pc:spChg>
        <pc:spChg chg="add del">
          <ac:chgData name="Marc von Gehlen" userId="ee9d88c3e5fd69be" providerId="LiveId" clId="{C7415AB4-5654-4365-84B8-023D9210BAD0}" dt="2020-01-30T11:18:10.033" v="1584" actId="26606"/>
          <ac:spMkLst>
            <pc:docMk/>
            <pc:sldMk cId="2552673259" sldId="272"/>
            <ac:spMk id="5" creationId="{FF0330B1-AAAC-427D-8A95-40380162BC65}"/>
          </ac:spMkLst>
        </pc:spChg>
        <pc:spChg chg="add del">
          <ac:chgData name="Marc von Gehlen" userId="ee9d88c3e5fd69be" providerId="LiveId" clId="{C7415AB4-5654-4365-84B8-023D9210BAD0}" dt="2020-01-30T11:18:11.632" v="1586" actId="26606"/>
          <ac:spMkLst>
            <pc:docMk/>
            <pc:sldMk cId="2552673259" sldId="272"/>
            <ac:spMk id="9" creationId="{9B76D444-2756-434F-AE61-96D69830C13E}"/>
          </ac:spMkLst>
        </pc:spChg>
        <pc:spChg chg="add del">
          <ac:chgData name="Marc von Gehlen" userId="ee9d88c3e5fd69be" providerId="LiveId" clId="{C7415AB4-5654-4365-84B8-023D9210BAD0}" dt="2020-01-30T11:17:48.630" v="1577" actId="26606"/>
          <ac:spMkLst>
            <pc:docMk/>
            <pc:sldMk cId="2552673259" sldId="272"/>
            <ac:spMk id="10" creationId="{59A309A7-1751-4ABE-A3C1-EEC40366AD89}"/>
          </ac:spMkLst>
        </pc:spChg>
        <pc:spChg chg="add del">
          <ac:chgData name="Marc von Gehlen" userId="ee9d88c3e5fd69be" providerId="LiveId" clId="{C7415AB4-5654-4365-84B8-023D9210BAD0}" dt="2020-01-30T11:17:48.630" v="1577" actId="26606"/>
          <ac:spMkLst>
            <pc:docMk/>
            <pc:sldMk cId="2552673259" sldId="272"/>
            <ac:spMk id="12" creationId="{967D8EB6-EAE1-4F9C-B398-83321E287204}"/>
          </ac:spMkLst>
        </pc:spChg>
        <pc:spChg chg="add del">
          <ac:chgData name="Marc von Gehlen" userId="ee9d88c3e5fd69be" providerId="LiveId" clId="{C7415AB4-5654-4365-84B8-023D9210BAD0}" dt="2020-01-30T11:18:12.737" v="1588" actId="26606"/>
          <ac:spMkLst>
            <pc:docMk/>
            <pc:sldMk cId="2552673259" sldId="272"/>
            <ac:spMk id="13" creationId="{FF0330B1-AAAC-427D-8A95-40380162BC65}"/>
          </ac:spMkLst>
        </pc:spChg>
        <pc:spChg chg="add del">
          <ac:chgData name="Marc von Gehlen" userId="ee9d88c3e5fd69be" providerId="LiveId" clId="{C7415AB4-5654-4365-84B8-023D9210BAD0}" dt="2020-01-30T11:18:14.199" v="1590" actId="26606"/>
          <ac:spMkLst>
            <pc:docMk/>
            <pc:sldMk cId="2552673259" sldId="272"/>
            <ac:spMk id="16" creationId="{9B76D444-2756-434F-AE61-96D69830C13E}"/>
          </ac:spMkLst>
        </pc:spChg>
        <pc:spChg chg="add del">
          <ac:chgData name="Marc von Gehlen" userId="ee9d88c3e5fd69be" providerId="LiveId" clId="{C7415AB4-5654-4365-84B8-023D9210BAD0}" dt="2020-01-30T11:16:22.083" v="1562" actId="26606"/>
          <ac:spMkLst>
            <pc:docMk/>
            <pc:sldMk cId="2552673259" sldId="272"/>
            <ac:spMk id="17" creationId="{59A309A7-1751-4ABE-A3C1-EEC40366AD89}"/>
          </ac:spMkLst>
        </pc:spChg>
        <pc:spChg chg="add del">
          <ac:chgData name="Marc von Gehlen" userId="ee9d88c3e5fd69be" providerId="LiveId" clId="{C7415AB4-5654-4365-84B8-023D9210BAD0}" dt="2020-01-30T11:16:22.083" v="1562" actId="26606"/>
          <ac:spMkLst>
            <pc:docMk/>
            <pc:sldMk cId="2552673259" sldId="272"/>
            <ac:spMk id="19" creationId="{967D8EB6-EAE1-4F9C-B398-83321E287204}"/>
          </ac:spMkLst>
        </pc:spChg>
        <pc:spChg chg="add del">
          <ac:chgData name="Marc von Gehlen" userId="ee9d88c3e5fd69be" providerId="LiveId" clId="{C7415AB4-5654-4365-84B8-023D9210BAD0}" dt="2020-01-30T11:18:15.185" v="1592" actId="26606"/>
          <ac:spMkLst>
            <pc:docMk/>
            <pc:sldMk cId="2552673259" sldId="272"/>
            <ac:spMk id="22" creationId="{AFA67CD3-AB4E-4A7A-BEB8-53C445D8C44E}"/>
          </ac:spMkLst>
        </pc:spChg>
        <pc:spChg chg="add del">
          <ac:chgData name="Marc von Gehlen" userId="ee9d88c3e5fd69be" providerId="LiveId" clId="{C7415AB4-5654-4365-84B8-023D9210BAD0}" dt="2020-01-30T11:18:15.185" v="1592" actId="26606"/>
          <ac:spMkLst>
            <pc:docMk/>
            <pc:sldMk cId="2552673259" sldId="272"/>
            <ac:spMk id="24" creationId="{339C8D78-A644-462F-B674-F440635E5353}"/>
          </ac:spMkLst>
        </pc:spChg>
        <pc:spChg chg="add del">
          <ac:chgData name="Marc von Gehlen" userId="ee9d88c3e5fd69be" providerId="LiveId" clId="{C7415AB4-5654-4365-84B8-023D9210BAD0}" dt="2020-01-30T11:16:38.181" v="1565" actId="26606"/>
          <ac:spMkLst>
            <pc:docMk/>
            <pc:sldMk cId="2552673259" sldId="272"/>
            <ac:spMk id="26" creationId="{59A309A7-1751-4ABE-A3C1-EEC40366AD89}"/>
          </ac:spMkLst>
        </pc:spChg>
        <pc:spChg chg="add del">
          <ac:chgData name="Marc von Gehlen" userId="ee9d88c3e5fd69be" providerId="LiveId" clId="{C7415AB4-5654-4365-84B8-023D9210BAD0}" dt="2020-01-30T11:18:32.089" v="1596" actId="26606"/>
          <ac:spMkLst>
            <pc:docMk/>
            <pc:sldMk cId="2552673259" sldId="272"/>
            <ac:spMk id="27" creationId="{FF0330B1-AAAC-427D-8A95-40380162BC65}"/>
          </ac:spMkLst>
        </pc:spChg>
        <pc:spChg chg="add del">
          <ac:chgData name="Marc von Gehlen" userId="ee9d88c3e5fd69be" providerId="LiveId" clId="{C7415AB4-5654-4365-84B8-023D9210BAD0}" dt="2020-01-30T11:16:38.181" v="1565" actId="26606"/>
          <ac:spMkLst>
            <pc:docMk/>
            <pc:sldMk cId="2552673259" sldId="272"/>
            <ac:spMk id="28" creationId="{967D8EB6-EAE1-4F9C-B398-83321E287204}"/>
          </ac:spMkLst>
        </pc:spChg>
        <pc:spChg chg="add del">
          <ac:chgData name="Marc von Gehlen" userId="ee9d88c3e5fd69be" providerId="LiveId" clId="{C7415AB4-5654-4365-84B8-023D9210BAD0}" dt="2020-01-30T11:16:41.708" v="1567" actId="26606"/>
          <ac:spMkLst>
            <pc:docMk/>
            <pc:sldMk cId="2552673259" sldId="272"/>
            <ac:spMk id="30" creationId="{B6C29DB0-17E9-42FF-986E-0B7F493F4D24}"/>
          </ac:spMkLst>
        </pc:spChg>
        <pc:spChg chg="add del">
          <ac:chgData name="Marc von Gehlen" userId="ee9d88c3e5fd69be" providerId="LiveId" clId="{C7415AB4-5654-4365-84B8-023D9210BAD0}" dt="2020-01-30T11:16:41.708" v="1567" actId="26606"/>
          <ac:spMkLst>
            <pc:docMk/>
            <pc:sldMk cId="2552673259" sldId="272"/>
            <ac:spMk id="31" creationId="{115AD956-A5B6-4760-B8B2-11E2DF6B0212}"/>
          </ac:spMkLst>
        </pc:spChg>
        <pc:spChg chg="add del">
          <ac:chgData name="Marc von Gehlen" userId="ee9d88c3e5fd69be" providerId="LiveId" clId="{C7415AB4-5654-4365-84B8-023D9210BAD0}" dt="2020-01-30T11:18:32.041" v="1595" actId="26606"/>
          <ac:spMkLst>
            <pc:docMk/>
            <pc:sldMk cId="2552673259" sldId="272"/>
            <ac:spMk id="32" creationId="{68A4132F-DEC6-4332-A00C-A11AD4519B6C}"/>
          </ac:spMkLst>
        </pc:spChg>
        <pc:spChg chg="add del">
          <ac:chgData name="Marc von Gehlen" userId="ee9d88c3e5fd69be" providerId="LiveId" clId="{C7415AB4-5654-4365-84B8-023D9210BAD0}" dt="2020-01-30T11:17:47.496" v="1575" actId="26606"/>
          <ac:spMkLst>
            <pc:docMk/>
            <pc:sldMk cId="2552673259" sldId="272"/>
            <ac:spMk id="33" creationId="{56C20283-73E0-40EC-8AD8-057F581F64C2}"/>
          </ac:spMkLst>
        </pc:spChg>
        <pc:spChg chg="add del">
          <ac:chgData name="Marc von Gehlen" userId="ee9d88c3e5fd69be" providerId="LiveId" clId="{C7415AB4-5654-4365-84B8-023D9210BAD0}" dt="2020-01-30T11:17:47.496" v="1575" actId="26606"/>
          <ac:spMkLst>
            <pc:docMk/>
            <pc:sldMk cId="2552673259" sldId="272"/>
            <ac:spMk id="34" creationId="{3FCC729B-E528-40C3-82D3-BA4375575E87}"/>
          </ac:spMkLst>
        </pc:spChg>
        <pc:spChg chg="add del">
          <ac:chgData name="Marc von Gehlen" userId="ee9d88c3e5fd69be" providerId="LiveId" clId="{C7415AB4-5654-4365-84B8-023D9210BAD0}" dt="2020-01-30T11:17:47.496" v="1575" actId="26606"/>
          <ac:spMkLst>
            <pc:docMk/>
            <pc:sldMk cId="2552673259" sldId="272"/>
            <ac:spMk id="35" creationId="{58F1FB8D-1842-4A04-998D-6CF047AB2790}"/>
          </ac:spMkLst>
        </pc:spChg>
        <pc:spChg chg="add del">
          <ac:chgData name="Marc von Gehlen" userId="ee9d88c3e5fd69be" providerId="LiveId" clId="{C7415AB4-5654-4365-84B8-023D9210BAD0}" dt="2020-01-30T11:18:32.041" v="1595" actId="26606"/>
          <ac:spMkLst>
            <pc:docMk/>
            <pc:sldMk cId="2552673259" sldId="272"/>
            <ac:spMk id="36" creationId="{9B38642C-62C4-4E31-A5D3-BB1DD8CA3942}"/>
          </ac:spMkLst>
        </pc:spChg>
        <pc:spChg chg="add del">
          <ac:chgData name="Marc von Gehlen" userId="ee9d88c3e5fd69be" providerId="LiveId" clId="{C7415AB4-5654-4365-84B8-023D9210BAD0}" dt="2020-01-30T11:20:03.699" v="1599" actId="26606"/>
          <ac:spMkLst>
            <pc:docMk/>
            <pc:sldMk cId="2552673259" sldId="272"/>
            <ac:spMk id="37" creationId="{FF0330B1-AAAC-427D-8A95-40380162BC65}"/>
          </ac:spMkLst>
        </pc:spChg>
        <pc:spChg chg="add del">
          <ac:chgData name="Marc von Gehlen" userId="ee9d88c3e5fd69be" providerId="LiveId" clId="{C7415AB4-5654-4365-84B8-023D9210BAD0}" dt="2020-01-30T11:18:32.041" v="1595" actId="26606"/>
          <ac:spMkLst>
            <pc:docMk/>
            <pc:sldMk cId="2552673259" sldId="272"/>
            <ac:spMk id="38" creationId="{A9F66240-8C38-4069-A5C9-2D3FCD97EDAD}"/>
          </ac:spMkLst>
        </pc:spChg>
        <pc:spChg chg="add">
          <ac:chgData name="Marc von Gehlen" userId="ee9d88c3e5fd69be" providerId="LiveId" clId="{C7415AB4-5654-4365-84B8-023D9210BAD0}" dt="2020-01-30T11:20:03.737" v="1600" actId="26606"/>
          <ac:spMkLst>
            <pc:docMk/>
            <pc:sldMk cId="2552673259" sldId="272"/>
            <ac:spMk id="39" creationId="{91F32EBA-ED97-466E-8CFA-8382584155D0}"/>
          </ac:spMkLst>
        </pc:spChg>
        <pc:spChg chg="add del">
          <ac:chgData name="Marc von Gehlen" userId="ee9d88c3e5fd69be" providerId="LiveId" clId="{C7415AB4-5654-4365-84B8-023D9210BAD0}" dt="2020-01-30T11:17:47.028" v="1574" actId="26606"/>
          <ac:spMkLst>
            <pc:docMk/>
            <pc:sldMk cId="2552673259" sldId="272"/>
            <ac:spMk id="40" creationId="{2B566528-1B12-4246-9431-5C2D7D081168}"/>
          </ac:spMkLst>
        </pc:spChg>
        <pc:spChg chg="add del">
          <ac:chgData name="Marc von Gehlen" userId="ee9d88c3e5fd69be" providerId="LiveId" clId="{C7415AB4-5654-4365-84B8-023D9210BAD0}" dt="2020-01-30T11:19:05.177" v="1597" actId="26606"/>
          <ac:spMkLst>
            <pc:docMk/>
            <pc:sldMk cId="2552673259" sldId="272"/>
            <ac:spMk id="41" creationId="{435ADAF7-9BEB-4FA3-AE9F-4CF47620EB6A}"/>
          </ac:spMkLst>
        </pc:spChg>
        <pc:spChg chg="add del">
          <ac:chgData name="Marc von Gehlen" userId="ee9d88c3e5fd69be" providerId="LiveId" clId="{C7415AB4-5654-4365-84B8-023D9210BAD0}" dt="2020-01-30T11:19:05.177" v="1597" actId="26606"/>
          <ac:spMkLst>
            <pc:docMk/>
            <pc:sldMk cId="2552673259" sldId="272"/>
            <ac:spMk id="43" creationId="{57BB0BA7-0383-4937-8874-B01AAA08E2CB}"/>
          </ac:spMkLst>
        </pc:spChg>
        <pc:spChg chg="add del">
          <ac:chgData name="Marc von Gehlen" userId="ee9d88c3e5fd69be" providerId="LiveId" clId="{C7415AB4-5654-4365-84B8-023D9210BAD0}" dt="2020-01-30T11:19:05.177" v="1597" actId="26606"/>
          <ac:spMkLst>
            <pc:docMk/>
            <pc:sldMk cId="2552673259" sldId="272"/>
            <ac:spMk id="44" creationId="{ACD3AB31-A71C-4414-BA05-CF667CBA34D2}"/>
          </ac:spMkLst>
        </pc:spChg>
        <pc:spChg chg="add">
          <ac:chgData name="Marc von Gehlen" userId="ee9d88c3e5fd69be" providerId="LiveId" clId="{C7415AB4-5654-4365-84B8-023D9210BAD0}" dt="2020-01-30T11:20:03.737" v="1600" actId="26606"/>
          <ac:spMkLst>
            <pc:docMk/>
            <pc:sldMk cId="2552673259" sldId="272"/>
            <ac:spMk id="45" creationId="{62A38935-BB53-4DF7-A56E-48DD25B685D7}"/>
          </ac:spMkLst>
        </pc:spChg>
        <pc:spChg chg="add del">
          <ac:chgData name="Marc von Gehlen" userId="ee9d88c3e5fd69be" providerId="LiveId" clId="{C7415AB4-5654-4365-84B8-023D9210BAD0}" dt="2020-01-30T11:17:46.643" v="1573" actId="26606"/>
          <ac:spMkLst>
            <pc:docMk/>
            <pc:sldMk cId="2552673259" sldId="272"/>
            <ac:spMk id="53" creationId="{F60FCA6E-0894-46CD-BD49-5955A51E0084}"/>
          </ac:spMkLst>
        </pc:spChg>
        <pc:spChg chg="add del">
          <ac:chgData name="Marc von Gehlen" userId="ee9d88c3e5fd69be" providerId="LiveId" clId="{C7415AB4-5654-4365-84B8-023D9210BAD0}" dt="2020-01-30T11:17:46.643" v="1573" actId="26606"/>
          <ac:spMkLst>
            <pc:docMk/>
            <pc:sldMk cId="2552673259" sldId="272"/>
            <ac:spMk id="55" creationId="{E78C6E4B-A1F1-4B6C-97EC-BE997495D6AC}"/>
          </ac:spMkLst>
        </pc:spChg>
        <pc:spChg chg="add del">
          <ac:chgData name="Marc von Gehlen" userId="ee9d88c3e5fd69be" providerId="LiveId" clId="{C7415AB4-5654-4365-84B8-023D9210BAD0}" dt="2020-01-30T11:17:45.342" v="1572" actId="26606"/>
          <ac:spMkLst>
            <pc:docMk/>
            <pc:sldMk cId="2552673259" sldId="272"/>
            <ac:spMk id="60" creationId="{91F32EBA-ED97-466E-8CFA-8382584155D0}"/>
          </ac:spMkLst>
        </pc:spChg>
        <pc:spChg chg="add del">
          <ac:chgData name="Marc von Gehlen" userId="ee9d88c3e5fd69be" providerId="LiveId" clId="{C7415AB4-5654-4365-84B8-023D9210BAD0}" dt="2020-01-30T11:17:45.342" v="1572" actId="26606"/>
          <ac:spMkLst>
            <pc:docMk/>
            <pc:sldMk cId="2552673259" sldId="272"/>
            <ac:spMk id="62" creationId="{62A38935-BB53-4DF7-A56E-48DD25B685D7}"/>
          </ac:spMkLst>
        </pc:spChg>
        <pc:grpChg chg="add del">
          <ac:chgData name="Marc von Gehlen" userId="ee9d88c3e5fd69be" providerId="LiveId" clId="{C7415AB4-5654-4365-84B8-023D9210BAD0}" dt="2020-01-30T11:17:47.028" v="1574" actId="26606"/>
          <ac:grpSpMkLst>
            <pc:docMk/>
            <pc:sldMk cId="2552673259" sldId="272"/>
            <ac:grpSpMk id="42" creationId="{C34A4475-365F-4381-A542-4698D63774B8}"/>
          </ac:grpSpMkLst>
        </pc:grpChg>
        <pc:grpChg chg="add del">
          <ac:chgData name="Marc von Gehlen" userId="ee9d88c3e5fd69be" providerId="LiveId" clId="{C7415AB4-5654-4365-84B8-023D9210BAD0}" dt="2020-01-30T11:17:47.028" v="1574" actId="26606"/>
          <ac:grpSpMkLst>
            <pc:docMk/>
            <pc:sldMk cId="2552673259" sldId="272"/>
            <ac:grpSpMk id="46" creationId="{DC8D6E3B-FFED-480F-941D-FE376375B8B7}"/>
          </ac:grpSpMkLst>
        </pc:grpChg>
        <pc:picChg chg="add del">
          <ac:chgData name="Marc von Gehlen" userId="ee9d88c3e5fd69be" providerId="LiveId" clId="{C7415AB4-5654-4365-84B8-023D9210BAD0}" dt="2020-01-30T11:18:10.033" v="1584" actId="26606"/>
          <ac:picMkLst>
            <pc:docMk/>
            <pc:sldMk cId="2552673259" sldId="272"/>
            <ac:picMk id="6" creationId="{56F90CA4-2BE8-463B-8EFF-DD39C3A57711}"/>
          </ac:picMkLst>
        </pc:picChg>
        <pc:picChg chg="add del mod ord">
          <ac:chgData name="Marc von Gehlen" userId="ee9d88c3e5fd69be" providerId="LiveId" clId="{C7415AB4-5654-4365-84B8-023D9210BAD0}" dt="2020-01-30T11:17:48.630" v="1577" actId="26606"/>
          <ac:picMkLst>
            <pc:docMk/>
            <pc:sldMk cId="2552673259" sldId="272"/>
            <ac:picMk id="7" creationId="{62EDB824-97E0-4874-8CF2-EE6A84EF2EF9}"/>
          </ac:picMkLst>
        </pc:picChg>
        <pc:picChg chg="add del">
          <ac:chgData name="Marc von Gehlen" userId="ee9d88c3e5fd69be" providerId="LiveId" clId="{C7415AB4-5654-4365-84B8-023D9210BAD0}" dt="2020-01-30T11:18:11.632" v="1586" actId="26606"/>
          <ac:picMkLst>
            <pc:docMk/>
            <pc:sldMk cId="2552673259" sldId="272"/>
            <ac:picMk id="8" creationId="{350A6AF8-44DF-4780-BE07-33D1C0166CEF}"/>
          </ac:picMkLst>
        </pc:picChg>
        <pc:picChg chg="add del">
          <ac:chgData name="Marc von Gehlen" userId="ee9d88c3e5fd69be" providerId="LiveId" clId="{C7415AB4-5654-4365-84B8-023D9210BAD0}" dt="2020-01-30T11:18:12.737" v="1588" actId="26606"/>
          <ac:picMkLst>
            <pc:docMk/>
            <pc:sldMk cId="2552673259" sldId="272"/>
            <ac:picMk id="14" creationId="{56F90CA4-2BE8-463B-8EFF-DD39C3A57711}"/>
          </ac:picMkLst>
        </pc:picChg>
        <pc:picChg chg="add del">
          <ac:chgData name="Marc von Gehlen" userId="ee9d88c3e5fd69be" providerId="LiveId" clId="{C7415AB4-5654-4365-84B8-023D9210BAD0}" dt="2020-01-30T11:18:14.199" v="1590" actId="26606"/>
          <ac:picMkLst>
            <pc:docMk/>
            <pc:sldMk cId="2552673259" sldId="272"/>
            <ac:picMk id="20" creationId="{CD760CFE-A6F5-40EA-AFF8-D4F4C7C569D2}"/>
          </ac:picMkLst>
        </pc:picChg>
        <pc:picChg chg="add del">
          <ac:chgData name="Marc von Gehlen" userId="ee9d88c3e5fd69be" providerId="LiveId" clId="{C7415AB4-5654-4365-84B8-023D9210BAD0}" dt="2020-01-30T11:18:15.185" v="1592" actId="26606"/>
          <ac:picMkLst>
            <pc:docMk/>
            <pc:sldMk cId="2552673259" sldId="272"/>
            <ac:picMk id="23" creationId="{07CF545F-9C2E-4446-97CD-AD92990C2B68}"/>
          </ac:picMkLst>
        </pc:picChg>
        <pc:picChg chg="add del">
          <ac:chgData name="Marc von Gehlen" userId="ee9d88c3e5fd69be" providerId="LiveId" clId="{C7415AB4-5654-4365-84B8-023D9210BAD0}" dt="2020-01-30T11:18:15.185" v="1592" actId="26606"/>
          <ac:picMkLst>
            <pc:docMk/>
            <pc:sldMk cId="2552673259" sldId="272"/>
            <ac:picMk id="25" creationId="{72496528-F15D-4577-8118-36CDF28961D9}"/>
          </ac:picMkLst>
        </pc:picChg>
        <pc:picChg chg="add mod ord">
          <ac:chgData name="Marc von Gehlen" userId="ee9d88c3e5fd69be" providerId="LiveId" clId="{C7415AB4-5654-4365-84B8-023D9210BAD0}" dt="2020-01-30T11:20:03.737" v="1600" actId="26606"/>
          <ac:picMkLst>
            <pc:docMk/>
            <pc:sldMk cId="2552673259" sldId="272"/>
            <ac:picMk id="29" creationId="{56F90CA4-2BE8-463B-8EFF-DD39C3A57711}"/>
          </ac:picMkLst>
        </pc:picChg>
        <pc:cxnChg chg="add del">
          <ac:chgData name="Marc von Gehlen" userId="ee9d88c3e5fd69be" providerId="LiveId" clId="{C7415AB4-5654-4365-84B8-023D9210BAD0}" dt="2020-01-30T11:18:11.632" v="1586" actId="26606"/>
          <ac:cxnSpMkLst>
            <pc:docMk/>
            <pc:sldMk cId="2552673259" sldId="272"/>
            <ac:cxnSpMk id="11" creationId="{EDF5FE34-0A41-407A-8D94-10FCF68F1D0B}"/>
          </ac:cxnSpMkLst>
        </pc:cxnChg>
        <pc:cxnChg chg="add del">
          <ac:chgData name="Marc von Gehlen" userId="ee9d88c3e5fd69be" providerId="LiveId" clId="{C7415AB4-5654-4365-84B8-023D9210BAD0}" dt="2020-01-30T11:18:14.199" v="1590" actId="26606"/>
          <ac:cxnSpMkLst>
            <pc:docMk/>
            <pc:sldMk cId="2552673259" sldId="272"/>
            <ac:cxnSpMk id="18" creationId="{EDF5FE34-0A41-407A-8D94-10FCF68F1D0B}"/>
          </ac:cxnSpMkLst>
        </pc:cxnChg>
        <pc:cxnChg chg="add del">
          <ac:chgData name="Marc von Gehlen" userId="ee9d88c3e5fd69be" providerId="LiveId" clId="{C7415AB4-5654-4365-84B8-023D9210BAD0}" dt="2020-01-30T11:17:47.961" v="1576" actId="26606"/>
          <ac:cxnSpMkLst>
            <pc:docMk/>
            <pc:sldMk cId="2552673259" sldId="272"/>
            <ac:cxnSpMk id="21" creationId="{39B7FDC9-F0CE-43A7-9F2A-83DD09DC3453}"/>
          </ac:cxnSpMkLst>
        </pc:cxnChg>
      </pc:sldChg>
      <pc:sldChg chg="add del">
        <pc:chgData name="Marc von Gehlen" userId="ee9d88c3e5fd69be" providerId="LiveId" clId="{C7415AB4-5654-4365-84B8-023D9210BAD0}" dt="2020-01-30T11:14:37.968" v="1433" actId="2696"/>
        <pc:sldMkLst>
          <pc:docMk/>
          <pc:sldMk cId="3720867149" sldId="272"/>
        </pc:sldMkLst>
      </pc:sldChg>
    </pc:docChg>
  </pc:docChgLst>
  <pc:docChgLst>
    <pc:chgData name="Marc von Gehlen" userId="ee9d88c3e5fd69be" providerId="LiveId" clId="{AA42381C-47C7-43DA-87AC-ED2F764F72C4}"/>
    <pc:docChg chg="undo redo custSel mod addSld delSld modSld sldOrd">
      <pc:chgData name="Marc von Gehlen" userId="ee9d88c3e5fd69be" providerId="LiveId" clId="{AA42381C-47C7-43DA-87AC-ED2F764F72C4}" dt="2020-02-05T17:16:13.307" v="4970" actId="1076"/>
      <pc:docMkLst>
        <pc:docMk/>
      </pc:docMkLst>
      <pc:sldChg chg="addSp modSp add mod setBg setClrOvrMap modNotesTx">
        <pc:chgData name="Marc von Gehlen" userId="ee9d88c3e5fd69be" providerId="LiveId" clId="{AA42381C-47C7-43DA-87AC-ED2F764F72C4}" dt="2020-01-29T19:42:47.869" v="4501" actId="20577"/>
        <pc:sldMkLst>
          <pc:docMk/>
          <pc:sldMk cId="4143150237" sldId="256"/>
        </pc:sldMkLst>
        <pc:spChg chg="mod">
          <ac:chgData name="Marc von Gehlen" userId="ee9d88c3e5fd69be" providerId="LiveId" clId="{AA42381C-47C7-43DA-87AC-ED2F764F72C4}" dt="2020-01-09T20:01:17.579" v="63" actId="404"/>
          <ac:spMkLst>
            <pc:docMk/>
            <pc:sldMk cId="4143150237" sldId="256"/>
            <ac:spMk id="2" creationId="{82BA4375-869B-42CE-95FA-E93FE225D878}"/>
          </ac:spMkLst>
        </pc:spChg>
        <pc:spChg chg="mod">
          <ac:chgData name="Marc von Gehlen" userId="ee9d88c3e5fd69be" providerId="LiveId" clId="{AA42381C-47C7-43DA-87AC-ED2F764F72C4}" dt="2020-01-09T20:01:08.393" v="60" actId="26606"/>
          <ac:spMkLst>
            <pc:docMk/>
            <pc:sldMk cId="4143150237" sldId="256"/>
            <ac:spMk id="3" creationId="{776E5D7E-8355-4AB1-84B7-E82A59AE5DF4}"/>
          </ac:spMkLst>
        </pc:spChg>
        <pc:spChg chg="add">
          <ac:chgData name="Marc von Gehlen" userId="ee9d88c3e5fd69be" providerId="LiveId" clId="{AA42381C-47C7-43DA-87AC-ED2F764F72C4}" dt="2020-01-09T20:01:08.393" v="60" actId="26606"/>
          <ac:spMkLst>
            <pc:docMk/>
            <pc:sldMk cId="4143150237" sldId="256"/>
            <ac:spMk id="9" creationId="{E20EB187-900F-4AF5-813B-101456D9FD39}"/>
          </ac:spMkLst>
        </pc:spChg>
        <pc:picChg chg="add mod">
          <ac:chgData name="Marc von Gehlen" userId="ee9d88c3e5fd69be" providerId="LiveId" clId="{AA42381C-47C7-43DA-87AC-ED2F764F72C4}" dt="2020-01-09T20:00:37.102" v="17" actId="167"/>
          <ac:picMkLst>
            <pc:docMk/>
            <pc:sldMk cId="4143150237" sldId="256"/>
            <ac:picMk id="4" creationId="{FDCBA7FF-A860-46A4-BE83-8ACCDF258000}"/>
          </ac:picMkLst>
        </pc:picChg>
        <pc:cxnChg chg="add">
          <ac:chgData name="Marc von Gehlen" userId="ee9d88c3e5fd69be" providerId="LiveId" clId="{AA42381C-47C7-43DA-87AC-ED2F764F72C4}" dt="2020-01-09T20:01:08.393" v="60" actId="26606"/>
          <ac:cxnSpMkLst>
            <pc:docMk/>
            <pc:sldMk cId="4143150237" sldId="256"/>
            <ac:cxnSpMk id="11" creationId="{624D17C8-E9C2-48A4-AA36-D7048A6CCC41}"/>
          </ac:cxnSpMkLst>
        </pc:cxnChg>
      </pc:sldChg>
      <pc:sldChg chg="addSp delSp modSp add del mod setBg setClrOvrMap modNotesTx">
        <pc:chgData name="Marc von Gehlen" userId="ee9d88c3e5fd69be" providerId="LiveId" clId="{AA42381C-47C7-43DA-87AC-ED2F764F72C4}" dt="2020-02-05T17:11:31.348" v="4954" actId="12"/>
        <pc:sldMkLst>
          <pc:docMk/>
          <pc:sldMk cId="4283770691" sldId="257"/>
        </pc:sldMkLst>
        <pc:spChg chg="mod">
          <ac:chgData name="Marc von Gehlen" userId="ee9d88c3e5fd69be" providerId="LiveId" clId="{AA42381C-47C7-43DA-87AC-ED2F764F72C4}" dt="2020-01-28T19:28:10.234" v="3759" actId="26606"/>
          <ac:spMkLst>
            <pc:docMk/>
            <pc:sldMk cId="4283770691" sldId="257"/>
            <ac:spMk id="2" creationId="{43C04914-283A-4CF0-9727-034798AABCE7}"/>
          </ac:spMkLst>
        </pc:spChg>
        <pc:spChg chg="add del mod">
          <ac:chgData name="Marc von Gehlen" userId="ee9d88c3e5fd69be" providerId="LiveId" clId="{AA42381C-47C7-43DA-87AC-ED2F764F72C4}" dt="2020-01-09T20:05:03.838" v="390" actId="26606"/>
          <ac:spMkLst>
            <pc:docMk/>
            <pc:sldMk cId="4283770691" sldId="257"/>
            <ac:spMk id="3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04:44.136" v="361" actId="26606"/>
          <ac:spMkLst>
            <pc:docMk/>
            <pc:sldMk cId="4283770691" sldId="257"/>
            <ac:spMk id="8" creationId="{48A740BC-A0AA-45E0-B899-2AE9C6FE11CA}"/>
          </ac:spMkLst>
        </pc:spChg>
        <pc:spChg chg="add del">
          <ac:chgData name="Marc von Gehlen" userId="ee9d88c3e5fd69be" providerId="LiveId" clId="{AA42381C-47C7-43DA-87AC-ED2F764F72C4}" dt="2020-01-09T20:04:42.093" v="357" actId="26606"/>
          <ac:spMkLst>
            <pc:docMk/>
            <pc:sldMk cId="4283770691" sldId="257"/>
            <ac:spMk id="10" creationId="{46C2E80F-49A6-4372-B103-219D417A55ED}"/>
          </ac:spMkLst>
        </pc:spChg>
        <pc:spChg chg="add del">
          <ac:chgData name="Marc von Gehlen" userId="ee9d88c3e5fd69be" providerId="LiveId" clId="{AA42381C-47C7-43DA-87AC-ED2F764F72C4}" dt="2020-01-09T20:04:43.338" v="359" actId="26606"/>
          <ac:spMkLst>
            <pc:docMk/>
            <pc:sldMk cId="4283770691" sldId="257"/>
            <ac:spMk id="12" creationId="{46C2E80F-49A6-4372-B103-219D417A55ED}"/>
          </ac:spMkLst>
        </pc:spChg>
        <pc:spChg chg="add del">
          <ac:chgData name="Marc von Gehlen" userId="ee9d88c3e5fd69be" providerId="LiveId" clId="{AA42381C-47C7-43DA-87AC-ED2F764F72C4}" dt="2020-01-09T20:04:44.136" v="361" actId="26606"/>
          <ac:spMkLst>
            <pc:docMk/>
            <pc:sldMk cId="4283770691" sldId="257"/>
            <ac:spMk id="16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04:48.990" v="363" actId="26606"/>
          <ac:spMkLst>
            <pc:docMk/>
            <pc:sldMk cId="4283770691" sldId="257"/>
            <ac:spMk id="18" creationId="{6A1473A6-3F22-483E-8A30-80B9D2B14592}"/>
          </ac:spMkLst>
        </pc:spChg>
        <pc:spChg chg="add del">
          <ac:chgData name="Marc von Gehlen" userId="ee9d88c3e5fd69be" providerId="LiveId" clId="{AA42381C-47C7-43DA-87AC-ED2F764F72C4}" dt="2020-01-09T20:04:48.990" v="363" actId="26606"/>
          <ac:spMkLst>
            <pc:docMk/>
            <pc:sldMk cId="4283770691" sldId="257"/>
            <ac:spMk id="22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04:49.602" v="365" actId="26606"/>
          <ac:spMkLst>
            <pc:docMk/>
            <pc:sldMk cId="4283770691" sldId="257"/>
            <ac:spMk id="24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04:50.282" v="367" actId="26606"/>
          <ac:spMkLst>
            <pc:docMk/>
            <pc:sldMk cId="4283770691" sldId="257"/>
            <ac:spMk id="56" creationId="{FFE2FE29-1120-4FE4-9FDA-311CBA66F438}"/>
          </ac:spMkLst>
        </pc:spChg>
        <pc:spChg chg="add del">
          <ac:chgData name="Marc von Gehlen" userId="ee9d88c3e5fd69be" providerId="LiveId" clId="{AA42381C-47C7-43DA-87AC-ED2F764F72C4}" dt="2020-01-09T20:04:50.282" v="367" actId="26606"/>
          <ac:spMkLst>
            <pc:docMk/>
            <pc:sldMk cId="4283770691" sldId="257"/>
            <ac:spMk id="70" creationId="{DDD926EC-6F88-4D89-9AED-1C4C1AC00E22}"/>
          </ac:spMkLst>
        </pc:spChg>
        <pc:spChg chg="add del">
          <ac:chgData name="Marc von Gehlen" userId="ee9d88c3e5fd69be" providerId="LiveId" clId="{AA42381C-47C7-43DA-87AC-ED2F764F72C4}" dt="2020-01-09T20:04:50.282" v="367" actId="26606"/>
          <ac:spMkLst>
            <pc:docMk/>
            <pc:sldMk cId="4283770691" sldId="257"/>
            <ac:spMk id="71" creationId="{A210685A-6235-45A7-850D-A6F555466EF7}"/>
          </ac:spMkLst>
        </pc:spChg>
        <pc:spChg chg="add del">
          <ac:chgData name="Marc von Gehlen" userId="ee9d88c3e5fd69be" providerId="LiveId" clId="{AA42381C-47C7-43DA-87AC-ED2F764F72C4}" dt="2020-01-09T20:04:50.282" v="367" actId="26606"/>
          <ac:spMkLst>
            <pc:docMk/>
            <pc:sldMk cId="4283770691" sldId="257"/>
            <ac:spMk id="78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04:50.925" v="369" actId="26606"/>
          <ac:spMkLst>
            <pc:docMk/>
            <pc:sldMk cId="4283770691" sldId="257"/>
            <ac:spMk id="81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04:52.654" v="371" actId="26606"/>
          <ac:spMkLst>
            <pc:docMk/>
            <pc:sldMk cId="4283770691" sldId="257"/>
            <ac:spMk id="83" creationId="{FFE2FE29-1120-4FE4-9FDA-311CBA66F438}"/>
          </ac:spMkLst>
        </pc:spChg>
        <pc:spChg chg="add del">
          <ac:chgData name="Marc von Gehlen" userId="ee9d88c3e5fd69be" providerId="LiveId" clId="{AA42381C-47C7-43DA-87AC-ED2F764F72C4}" dt="2020-01-09T20:04:52.654" v="371" actId="26606"/>
          <ac:spMkLst>
            <pc:docMk/>
            <pc:sldMk cId="4283770691" sldId="257"/>
            <ac:spMk id="84" creationId="{DDD926EC-6F88-4D89-9AED-1C4C1AC00E22}"/>
          </ac:spMkLst>
        </pc:spChg>
        <pc:spChg chg="add del">
          <ac:chgData name="Marc von Gehlen" userId="ee9d88c3e5fd69be" providerId="LiveId" clId="{AA42381C-47C7-43DA-87AC-ED2F764F72C4}" dt="2020-01-09T20:04:52.654" v="371" actId="26606"/>
          <ac:spMkLst>
            <pc:docMk/>
            <pc:sldMk cId="4283770691" sldId="257"/>
            <ac:spMk id="85" creationId="{A210685A-6235-45A7-850D-A6F555466EF7}"/>
          </ac:spMkLst>
        </pc:spChg>
        <pc:spChg chg="add del">
          <ac:chgData name="Marc von Gehlen" userId="ee9d88c3e5fd69be" providerId="LiveId" clId="{AA42381C-47C7-43DA-87AC-ED2F764F72C4}" dt="2020-01-09T20:05:17.761" v="392" actId="26606"/>
          <ac:spMkLst>
            <pc:docMk/>
            <pc:sldMk cId="4283770691" sldId="257"/>
            <ac:spMk id="88" creationId="{4038CB10-1F5C-4D54-9DF7-12586DE5B007}"/>
          </ac:spMkLst>
        </pc:spChg>
        <pc:spChg chg="add del">
          <ac:chgData name="Marc von Gehlen" userId="ee9d88c3e5fd69be" providerId="LiveId" clId="{AA42381C-47C7-43DA-87AC-ED2F764F72C4}" dt="2020-01-09T20:05:17.761" v="392" actId="26606"/>
          <ac:spMkLst>
            <pc:docMk/>
            <pc:sldMk cId="4283770691" sldId="257"/>
            <ac:spMk id="90" creationId="{73ED6512-6858-4552-B699-9A97FE9A4EA2}"/>
          </ac:spMkLst>
        </pc:spChg>
        <pc:spChg chg="add del">
          <ac:chgData name="Marc von Gehlen" userId="ee9d88c3e5fd69be" providerId="LiveId" clId="{AA42381C-47C7-43DA-87AC-ED2F764F72C4}" dt="2020-01-09T20:04:52.654" v="371" actId="26606"/>
          <ac:spMkLst>
            <pc:docMk/>
            <pc:sldMk cId="4283770691" sldId="257"/>
            <ac:spMk id="94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04:53.214" v="373" actId="26606"/>
          <ac:spMkLst>
            <pc:docMk/>
            <pc:sldMk cId="4283770691" sldId="257"/>
            <ac:spMk id="96" creationId="{AD72D4D1-076F-49D3-9889-EFC4F6D7CA66}"/>
          </ac:spMkLst>
        </pc:spChg>
        <pc:spChg chg="add del">
          <ac:chgData name="Marc von Gehlen" userId="ee9d88c3e5fd69be" providerId="LiveId" clId="{AA42381C-47C7-43DA-87AC-ED2F764F72C4}" dt="2020-01-09T20:04:53.214" v="373" actId="26606"/>
          <ac:spMkLst>
            <pc:docMk/>
            <pc:sldMk cId="4283770691" sldId="257"/>
            <ac:spMk id="98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04:54.064" v="375" actId="26606"/>
          <ac:spMkLst>
            <pc:docMk/>
            <pc:sldMk cId="4283770691" sldId="257"/>
            <ac:spMk id="101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04:54.545" v="377" actId="26606"/>
          <ac:spMkLst>
            <pc:docMk/>
            <pc:sldMk cId="4283770691" sldId="257"/>
            <ac:spMk id="103" creationId="{FFE2FE29-1120-4FE4-9FDA-311CBA66F438}"/>
          </ac:spMkLst>
        </pc:spChg>
        <pc:spChg chg="add del">
          <ac:chgData name="Marc von Gehlen" userId="ee9d88c3e5fd69be" providerId="LiveId" clId="{AA42381C-47C7-43DA-87AC-ED2F764F72C4}" dt="2020-01-09T20:04:54.545" v="377" actId="26606"/>
          <ac:spMkLst>
            <pc:docMk/>
            <pc:sldMk cId="4283770691" sldId="257"/>
            <ac:spMk id="104" creationId="{DDD926EC-6F88-4D89-9AED-1C4C1AC00E22}"/>
          </ac:spMkLst>
        </pc:spChg>
        <pc:spChg chg="add del">
          <ac:chgData name="Marc von Gehlen" userId="ee9d88c3e5fd69be" providerId="LiveId" clId="{AA42381C-47C7-43DA-87AC-ED2F764F72C4}" dt="2020-01-09T20:04:54.545" v="377" actId="26606"/>
          <ac:spMkLst>
            <pc:docMk/>
            <pc:sldMk cId="4283770691" sldId="257"/>
            <ac:spMk id="105" creationId="{A210685A-6235-45A7-850D-A6F555466EF7}"/>
          </ac:spMkLst>
        </pc:spChg>
        <pc:spChg chg="add del">
          <ac:chgData name="Marc von Gehlen" userId="ee9d88c3e5fd69be" providerId="LiveId" clId="{AA42381C-47C7-43DA-87AC-ED2F764F72C4}" dt="2020-01-09T20:04:54.545" v="377" actId="26606"/>
          <ac:spMkLst>
            <pc:docMk/>
            <pc:sldMk cId="4283770691" sldId="257"/>
            <ac:spMk id="114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04:56.460" v="379" actId="26606"/>
          <ac:spMkLst>
            <pc:docMk/>
            <pc:sldMk cId="4283770691" sldId="257"/>
            <ac:spMk id="117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04:57.216" v="381" actId="26606"/>
          <ac:spMkLst>
            <pc:docMk/>
            <pc:sldMk cId="4283770691" sldId="257"/>
            <ac:spMk id="119" creationId="{8D70B121-56F4-4848-B38B-182089D909FA}"/>
          </ac:spMkLst>
        </pc:spChg>
        <pc:spChg chg="add del">
          <ac:chgData name="Marc von Gehlen" userId="ee9d88c3e5fd69be" providerId="LiveId" clId="{AA42381C-47C7-43DA-87AC-ED2F764F72C4}" dt="2020-01-09T20:04:57.216" v="381" actId="26606"/>
          <ac:spMkLst>
            <pc:docMk/>
            <pc:sldMk cId="4283770691" sldId="257"/>
            <ac:spMk id="121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04:57.963" v="383" actId="26606"/>
          <ac:spMkLst>
            <pc:docMk/>
            <pc:sldMk cId="4283770691" sldId="257"/>
            <ac:spMk id="123" creationId="{48A740BC-A0AA-45E0-B899-2AE9C6FE11CA}"/>
          </ac:spMkLst>
        </pc:spChg>
        <pc:spChg chg="add del">
          <ac:chgData name="Marc von Gehlen" userId="ee9d88c3e5fd69be" providerId="LiveId" clId="{AA42381C-47C7-43DA-87AC-ED2F764F72C4}" dt="2020-01-09T20:04:57.963" v="383" actId="26606"/>
          <ac:spMkLst>
            <pc:docMk/>
            <pc:sldMk cId="4283770691" sldId="257"/>
            <ac:spMk id="125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04:58.587" v="385" actId="26606"/>
          <ac:spMkLst>
            <pc:docMk/>
            <pc:sldMk cId="4283770691" sldId="257"/>
            <ac:spMk id="127" creationId="{6A1473A6-3F22-483E-8A30-80B9D2B14592}"/>
          </ac:spMkLst>
        </pc:spChg>
        <pc:spChg chg="add del">
          <ac:chgData name="Marc von Gehlen" userId="ee9d88c3e5fd69be" providerId="LiveId" clId="{AA42381C-47C7-43DA-87AC-ED2F764F72C4}" dt="2020-01-09T20:04:58.587" v="385" actId="26606"/>
          <ac:spMkLst>
            <pc:docMk/>
            <pc:sldMk cId="4283770691" sldId="257"/>
            <ac:spMk id="131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04:59.354" v="387" actId="26606"/>
          <ac:spMkLst>
            <pc:docMk/>
            <pc:sldMk cId="4283770691" sldId="257"/>
            <ac:spMk id="133" creationId="{2029D5AD-8348-4446-B191-6A9B6FE03F21}"/>
          </ac:spMkLst>
        </pc:spChg>
        <pc:spChg chg="add del">
          <ac:chgData name="Marc von Gehlen" userId="ee9d88c3e5fd69be" providerId="LiveId" clId="{AA42381C-47C7-43DA-87AC-ED2F764F72C4}" dt="2020-01-09T20:04:59.354" v="387" actId="26606"/>
          <ac:spMkLst>
            <pc:docMk/>
            <pc:sldMk cId="4283770691" sldId="257"/>
            <ac:spMk id="134" creationId="{A3F395A2-2B64-4749-BD93-2F159C7E1FB5}"/>
          </ac:spMkLst>
        </pc:spChg>
        <pc:spChg chg="add del">
          <ac:chgData name="Marc von Gehlen" userId="ee9d88c3e5fd69be" providerId="LiveId" clId="{AA42381C-47C7-43DA-87AC-ED2F764F72C4}" dt="2020-01-09T20:04:59.354" v="387" actId="26606"/>
          <ac:spMkLst>
            <pc:docMk/>
            <pc:sldMk cId="4283770691" sldId="257"/>
            <ac:spMk id="135" creationId="{5CF0135B-EAB8-4CA0-896C-2D897ECD28BC}"/>
          </ac:spMkLst>
        </pc:spChg>
        <pc:spChg chg="add del">
          <ac:chgData name="Marc von Gehlen" userId="ee9d88c3e5fd69be" providerId="LiveId" clId="{AA42381C-47C7-43DA-87AC-ED2F764F72C4}" dt="2020-01-09T20:04:59.354" v="387" actId="26606"/>
          <ac:spMkLst>
            <pc:docMk/>
            <pc:sldMk cId="4283770691" sldId="257"/>
            <ac:spMk id="136" creationId="{92C3387C-D24F-4737-8A37-1DC5CFF09CFA}"/>
          </ac:spMkLst>
        </pc:spChg>
        <pc:spChg chg="add del">
          <ac:chgData name="Marc von Gehlen" userId="ee9d88c3e5fd69be" providerId="LiveId" clId="{AA42381C-47C7-43DA-87AC-ED2F764F72C4}" dt="2020-01-09T20:04:59.354" v="387" actId="26606"/>
          <ac:spMkLst>
            <pc:docMk/>
            <pc:sldMk cId="4283770691" sldId="257"/>
            <ac:spMk id="137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05:03.827" v="389" actId="26606"/>
          <ac:spMkLst>
            <pc:docMk/>
            <pc:sldMk cId="4283770691" sldId="257"/>
            <ac:spMk id="139" creationId="{6A1473A6-3F22-483E-8A30-80B9D2B14592}"/>
          </ac:spMkLst>
        </pc:spChg>
        <pc:spChg chg="add del">
          <ac:chgData name="Marc von Gehlen" userId="ee9d88c3e5fd69be" providerId="LiveId" clId="{AA42381C-47C7-43DA-87AC-ED2F764F72C4}" dt="2020-01-09T20:05:03.827" v="389" actId="26606"/>
          <ac:spMkLst>
            <pc:docMk/>
            <pc:sldMk cId="4283770691" sldId="257"/>
            <ac:spMk id="143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05:11.867" v="391" actId="26606"/>
          <ac:spMkLst>
            <pc:docMk/>
            <pc:sldMk cId="4283770691" sldId="257"/>
            <ac:spMk id="145" creationId="{AD72D4D1-076F-49D3-9889-EFC4F6D7CA66}"/>
          </ac:spMkLst>
        </pc:spChg>
        <pc:spChg chg="add mod">
          <ac:chgData name="Marc von Gehlen" userId="ee9d88c3e5fd69be" providerId="LiveId" clId="{AA42381C-47C7-43DA-87AC-ED2F764F72C4}" dt="2020-02-05T17:11:31.348" v="4954" actId="12"/>
          <ac:spMkLst>
            <pc:docMk/>
            <pc:sldMk cId="4283770691" sldId="257"/>
            <ac:spMk id="147" creationId="{EE8F6338-7BAA-48B3-B35F-F93FE8687E37}"/>
          </ac:spMkLst>
        </pc:spChg>
        <pc:spChg chg="add del">
          <ac:chgData name="Marc von Gehlen" userId="ee9d88c3e5fd69be" providerId="LiveId" clId="{AA42381C-47C7-43DA-87AC-ED2F764F72C4}" dt="2020-01-09T20:14:47.811" v="783" actId="26606"/>
          <ac:spMkLst>
            <pc:docMk/>
            <pc:sldMk cId="4283770691" sldId="257"/>
            <ac:spMk id="149" creationId="{2BD55E05-51A2-4173-A7FA-869DE4F71AC3}"/>
          </ac:spMkLst>
        </pc:spChg>
        <pc:spChg chg="add del">
          <ac:chgData name="Marc von Gehlen" userId="ee9d88c3e5fd69be" providerId="LiveId" clId="{AA42381C-47C7-43DA-87AC-ED2F764F72C4}" dt="2020-01-28T19:27:58.672" v="3756" actId="26606"/>
          <ac:spMkLst>
            <pc:docMk/>
            <pc:sldMk cId="4283770691" sldId="257"/>
            <ac:spMk id="150" creationId="{8D70B121-56F4-4848-B38B-182089D909FA}"/>
          </ac:spMkLst>
        </pc:spChg>
        <pc:spChg chg="add">
          <ac:chgData name="Marc von Gehlen" userId="ee9d88c3e5fd69be" providerId="LiveId" clId="{AA42381C-47C7-43DA-87AC-ED2F764F72C4}" dt="2020-01-09T20:14:47.811" v="783" actId="26606"/>
          <ac:spMkLst>
            <pc:docMk/>
            <pc:sldMk cId="4283770691" sldId="257"/>
            <ac:spMk id="151" creationId="{B72AC948-0302-47F8-8507-14B8D9BC74ED}"/>
          </ac:spMkLst>
        </pc:spChg>
        <pc:spChg chg="add del">
          <ac:chgData name="Marc von Gehlen" userId="ee9d88c3e5fd69be" providerId="LiveId" clId="{AA42381C-47C7-43DA-87AC-ED2F764F72C4}" dt="2020-01-09T20:05:29.367" v="395" actId="26606"/>
          <ac:spMkLst>
            <pc:docMk/>
            <pc:sldMk cId="4283770691" sldId="257"/>
            <ac:spMk id="152" creationId="{87A57295-2710-4920-B99A-4D1FA03A62BD}"/>
          </ac:spMkLst>
        </pc:spChg>
        <pc:spChg chg="add del">
          <ac:chgData name="Marc von Gehlen" userId="ee9d88c3e5fd69be" providerId="LiveId" clId="{AA42381C-47C7-43DA-87AC-ED2F764F72C4}" dt="2020-01-09T20:05:29.367" v="395" actId="26606"/>
          <ac:spMkLst>
            <pc:docMk/>
            <pc:sldMk cId="4283770691" sldId="257"/>
            <ac:spMk id="154" creationId="{78067929-4D33-4306-9E2F-67C49CDDB5DE}"/>
          </ac:spMkLst>
        </pc:spChg>
        <pc:spChg chg="add">
          <ac:chgData name="Marc von Gehlen" userId="ee9d88c3e5fd69be" providerId="LiveId" clId="{AA42381C-47C7-43DA-87AC-ED2F764F72C4}" dt="2020-01-09T20:14:47.811" v="783" actId="26606"/>
          <ac:spMkLst>
            <pc:docMk/>
            <pc:sldMk cId="4283770691" sldId="257"/>
            <ac:spMk id="157" creationId="{6C132392-D5FF-4588-8FA1-5BAD77BF6464}"/>
          </ac:spMkLst>
        </pc:spChg>
        <pc:spChg chg="add del">
          <ac:chgData name="Marc von Gehlen" userId="ee9d88c3e5fd69be" providerId="LiveId" clId="{AA42381C-47C7-43DA-87AC-ED2F764F72C4}" dt="2020-01-09T20:05:29.358" v="394" actId="26606"/>
          <ac:spMkLst>
            <pc:docMk/>
            <pc:sldMk cId="4283770691" sldId="257"/>
            <ac:spMk id="158" creationId="{2BD55E05-51A2-4173-A7FA-869DE4F71AC3}"/>
          </ac:spMkLst>
        </pc:spChg>
        <pc:spChg chg="add">
          <ac:chgData name="Marc von Gehlen" userId="ee9d88c3e5fd69be" providerId="LiveId" clId="{AA42381C-47C7-43DA-87AC-ED2F764F72C4}" dt="2020-01-09T20:14:47.811" v="783" actId="26606"/>
          <ac:spMkLst>
            <pc:docMk/>
            <pc:sldMk cId="4283770691" sldId="257"/>
            <ac:spMk id="159" creationId="{C7EAC045-695C-4E73-9B7C-AFD6FB22DA20}"/>
          </ac:spMkLst>
        </pc:spChg>
        <pc:spChg chg="add del">
          <ac:chgData name="Marc von Gehlen" userId="ee9d88c3e5fd69be" providerId="LiveId" clId="{AA42381C-47C7-43DA-87AC-ED2F764F72C4}" dt="2020-01-28T19:27:53.770" v="3745" actId="26606"/>
          <ac:spMkLst>
            <pc:docMk/>
            <pc:sldMk cId="4283770691" sldId="257"/>
            <ac:spMk id="167" creationId="{87A57295-2710-4920-B99A-4D1FA03A62BD}"/>
          </ac:spMkLst>
        </pc:spChg>
        <pc:spChg chg="add del">
          <ac:chgData name="Marc von Gehlen" userId="ee9d88c3e5fd69be" providerId="LiveId" clId="{AA42381C-47C7-43DA-87AC-ED2F764F72C4}" dt="2020-01-28T19:27:53.770" v="3745" actId="26606"/>
          <ac:spMkLst>
            <pc:docMk/>
            <pc:sldMk cId="4283770691" sldId="257"/>
            <ac:spMk id="168" creationId="{78067929-4D33-4306-9E2F-67C49CDDB5DE}"/>
          </ac:spMkLst>
        </pc:spChg>
        <pc:spChg chg="add del">
          <ac:chgData name="Marc von Gehlen" userId="ee9d88c3e5fd69be" providerId="LiveId" clId="{AA42381C-47C7-43DA-87AC-ED2F764F72C4}" dt="2020-01-28T19:27:55.749" v="3751" actId="26606"/>
          <ac:spMkLst>
            <pc:docMk/>
            <pc:sldMk cId="4283770691" sldId="257"/>
            <ac:spMk id="175" creationId="{6A1473A6-3F22-483E-8A30-80B9D2B14592}"/>
          </ac:spMkLst>
        </pc:spChg>
        <pc:spChg chg="add del">
          <ac:chgData name="Marc von Gehlen" userId="ee9d88c3e5fd69be" providerId="LiveId" clId="{AA42381C-47C7-43DA-87AC-ED2F764F72C4}" dt="2020-01-28T19:27:56.861" v="3753" actId="26606"/>
          <ac:spMkLst>
            <pc:docMk/>
            <pc:sldMk cId="4283770691" sldId="257"/>
            <ac:spMk id="180" creationId="{8D70B121-56F4-4848-B38B-182089D909FA}"/>
          </ac:spMkLst>
        </pc:spChg>
        <pc:spChg chg="add del">
          <ac:chgData name="Marc von Gehlen" userId="ee9d88c3e5fd69be" providerId="LiveId" clId="{AA42381C-47C7-43DA-87AC-ED2F764F72C4}" dt="2020-01-28T19:27:58.661" v="3755" actId="26606"/>
          <ac:spMkLst>
            <pc:docMk/>
            <pc:sldMk cId="4283770691" sldId="257"/>
            <ac:spMk id="183" creationId="{59A309A7-1751-4ABE-A3C1-EEC40366AD89}"/>
          </ac:spMkLst>
        </pc:spChg>
        <pc:spChg chg="add del">
          <ac:chgData name="Marc von Gehlen" userId="ee9d88c3e5fd69be" providerId="LiveId" clId="{AA42381C-47C7-43DA-87AC-ED2F764F72C4}" dt="2020-01-28T19:27:58.661" v="3755" actId="26606"/>
          <ac:spMkLst>
            <pc:docMk/>
            <pc:sldMk cId="4283770691" sldId="257"/>
            <ac:spMk id="184" creationId="{967D8EB6-EAE1-4F9C-B398-83321E287204}"/>
          </ac:spMkLst>
        </pc:spChg>
        <pc:spChg chg="add del">
          <ac:chgData name="Marc von Gehlen" userId="ee9d88c3e5fd69be" providerId="LiveId" clId="{AA42381C-47C7-43DA-87AC-ED2F764F72C4}" dt="2020-01-28T19:28:10.234" v="3759" actId="26606"/>
          <ac:spMkLst>
            <pc:docMk/>
            <pc:sldMk cId="4283770691" sldId="257"/>
            <ac:spMk id="187" creationId="{AD72D4D1-076F-49D3-9889-EFC4F6D7CA66}"/>
          </ac:spMkLst>
        </pc:spChg>
        <pc:spChg chg="add del">
          <ac:chgData name="Marc von Gehlen" userId="ee9d88c3e5fd69be" providerId="LiveId" clId="{AA42381C-47C7-43DA-87AC-ED2F764F72C4}" dt="2020-01-28T19:28:10.226" v="3758" actId="26606"/>
          <ac:spMkLst>
            <pc:docMk/>
            <pc:sldMk cId="4283770691" sldId="257"/>
            <ac:spMk id="193" creationId="{AD72D4D1-076F-49D3-9889-EFC4F6D7CA66}"/>
          </ac:spMkLst>
        </pc:spChg>
        <pc:spChg chg="add">
          <ac:chgData name="Marc von Gehlen" userId="ee9d88c3e5fd69be" providerId="LiveId" clId="{AA42381C-47C7-43DA-87AC-ED2F764F72C4}" dt="2020-01-28T19:28:10.234" v="3759" actId="26606"/>
          <ac:spMkLst>
            <pc:docMk/>
            <pc:sldMk cId="4283770691" sldId="257"/>
            <ac:spMk id="197" creationId="{8D70B121-56F4-4848-B38B-182089D909FA}"/>
          </ac:spMkLst>
        </pc:spChg>
        <pc:grpChg chg="add del">
          <ac:chgData name="Marc von Gehlen" userId="ee9d88c3e5fd69be" providerId="LiveId" clId="{AA42381C-47C7-43DA-87AC-ED2F764F72C4}" dt="2020-01-09T20:04:50.282" v="367" actId="26606"/>
          <ac:grpSpMkLst>
            <pc:docMk/>
            <pc:sldMk cId="4283770691" sldId="257"/>
            <ac:grpSpMk id="14" creationId="{13BE3671-0C43-4D05-A267-3400AD091C75}"/>
          </ac:grpSpMkLst>
        </pc:grpChg>
        <pc:grpChg chg="add del">
          <ac:chgData name="Marc von Gehlen" userId="ee9d88c3e5fd69be" providerId="LiveId" clId="{AA42381C-47C7-43DA-87AC-ED2F764F72C4}" dt="2020-01-09T20:04:48.990" v="363" actId="26606"/>
          <ac:grpSpMkLst>
            <pc:docMk/>
            <pc:sldMk cId="4283770691" sldId="257"/>
            <ac:grpSpMk id="19" creationId="{AA1375E3-3E53-4D75-BAB7-E5929BFCB25F}"/>
          </ac:grpSpMkLst>
        </pc:grpChg>
        <pc:grpChg chg="add del">
          <ac:chgData name="Marc von Gehlen" userId="ee9d88c3e5fd69be" providerId="LiveId" clId="{AA42381C-47C7-43DA-87AC-ED2F764F72C4}" dt="2020-01-09T20:04:50.282" v="367" actId="26606"/>
          <ac:grpSpMkLst>
            <pc:docMk/>
            <pc:sldMk cId="4283770691" sldId="257"/>
            <ac:grpSpMk id="57" creationId="{283F107F-9294-4679-B247-91D8556A6EFE}"/>
          </ac:grpSpMkLst>
        </pc:grpChg>
        <pc:grpChg chg="add del">
          <ac:chgData name="Marc von Gehlen" userId="ee9d88c3e5fd69be" providerId="LiveId" clId="{AA42381C-47C7-43DA-87AC-ED2F764F72C4}" dt="2020-01-09T20:04:52.654" v="371" actId="26606"/>
          <ac:grpSpMkLst>
            <pc:docMk/>
            <pc:sldMk cId="4283770691" sldId="257"/>
            <ac:grpSpMk id="86" creationId="{13BE3671-0C43-4D05-A267-3400AD091C75}"/>
          </ac:grpSpMkLst>
        </pc:grpChg>
        <pc:grpChg chg="add">
          <ac:chgData name="Marc von Gehlen" userId="ee9d88c3e5fd69be" providerId="LiveId" clId="{AA42381C-47C7-43DA-87AC-ED2F764F72C4}" dt="2020-01-09T20:14:47.811" v="783" actId="26606"/>
          <ac:grpSpMkLst>
            <pc:docMk/>
            <pc:sldMk cId="4283770691" sldId="257"/>
            <ac:grpSpMk id="92" creationId="{35E49727-ABCF-4829-A82A-72062E73A35B}"/>
          </ac:grpSpMkLst>
        </pc:grpChg>
        <pc:grpChg chg="add del">
          <ac:chgData name="Marc von Gehlen" userId="ee9d88c3e5fd69be" providerId="LiveId" clId="{AA42381C-47C7-43DA-87AC-ED2F764F72C4}" dt="2020-01-09T20:04:52.654" v="371" actId="26606"/>
          <ac:grpSpMkLst>
            <pc:docMk/>
            <pc:sldMk cId="4283770691" sldId="257"/>
            <ac:grpSpMk id="93" creationId="{283F107F-9294-4679-B247-91D8556A6EFE}"/>
          </ac:grpSpMkLst>
        </pc:grpChg>
        <pc:grpChg chg="add del">
          <ac:chgData name="Marc von Gehlen" userId="ee9d88c3e5fd69be" providerId="LiveId" clId="{AA42381C-47C7-43DA-87AC-ED2F764F72C4}" dt="2020-01-09T20:04:54.545" v="377" actId="26606"/>
          <ac:grpSpMkLst>
            <pc:docMk/>
            <pc:sldMk cId="4283770691" sldId="257"/>
            <ac:grpSpMk id="106" creationId="{13BE3671-0C43-4D05-A267-3400AD091C75}"/>
          </ac:grpSpMkLst>
        </pc:grpChg>
        <pc:grpChg chg="add del">
          <ac:chgData name="Marc von Gehlen" userId="ee9d88c3e5fd69be" providerId="LiveId" clId="{AA42381C-47C7-43DA-87AC-ED2F764F72C4}" dt="2020-01-09T20:04:54.545" v="377" actId="26606"/>
          <ac:grpSpMkLst>
            <pc:docMk/>
            <pc:sldMk cId="4283770691" sldId="257"/>
            <ac:grpSpMk id="113" creationId="{283F107F-9294-4679-B247-91D8556A6EFE}"/>
          </ac:grpSpMkLst>
        </pc:grpChg>
        <pc:grpChg chg="add del">
          <ac:chgData name="Marc von Gehlen" userId="ee9d88c3e5fd69be" providerId="LiveId" clId="{AA42381C-47C7-43DA-87AC-ED2F764F72C4}" dt="2020-01-09T20:04:58.587" v="385" actId="26606"/>
          <ac:grpSpMkLst>
            <pc:docMk/>
            <pc:sldMk cId="4283770691" sldId="257"/>
            <ac:grpSpMk id="128" creationId="{AA1375E3-3E53-4D75-BAB7-E5929BFCB25F}"/>
          </ac:grpSpMkLst>
        </pc:grpChg>
        <pc:grpChg chg="add del">
          <ac:chgData name="Marc von Gehlen" userId="ee9d88c3e5fd69be" providerId="LiveId" clId="{AA42381C-47C7-43DA-87AC-ED2F764F72C4}" dt="2020-01-09T20:05:03.827" v="389" actId="26606"/>
          <ac:grpSpMkLst>
            <pc:docMk/>
            <pc:sldMk cId="4283770691" sldId="257"/>
            <ac:grpSpMk id="140" creationId="{AA1375E3-3E53-4D75-BAB7-E5929BFCB25F}"/>
          </ac:grpSpMkLst>
        </pc:grpChg>
        <pc:grpChg chg="add">
          <ac:chgData name="Marc von Gehlen" userId="ee9d88c3e5fd69be" providerId="LiveId" clId="{AA42381C-47C7-43DA-87AC-ED2F764F72C4}" dt="2020-01-09T20:14:47.811" v="783" actId="26606"/>
          <ac:grpSpMkLst>
            <pc:docMk/>
            <pc:sldMk cId="4283770691" sldId="257"/>
            <ac:grpSpMk id="160" creationId="{FD47CE07-4A2E-4A4A-BB03-79FD398547EF}"/>
          </ac:grpSpMkLst>
        </pc:grpChg>
        <pc:grpChg chg="add del">
          <ac:chgData name="Marc von Gehlen" userId="ee9d88c3e5fd69be" providerId="LiveId" clId="{AA42381C-47C7-43DA-87AC-ED2F764F72C4}" dt="2020-01-28T19:27:55.749" v="3751" actId="26606"/>
          <ac:grpSpMkLst>
            <pc:docMk/>
            <pc:sldMk cId="4283770691" sldId="257"/>
            <ac:grpSpMk id="176" creationId="{AA1375E3-3E53-4D75-BAB7-E5929BFCB25F}"/>
          </ac:grpSpMkLst>
        </pc:grpChg>
        <pc:graphicFrameChg chg="add del">
          <ac:chgData name="Marc von Gehlen" userId="ee9d88c3e5fd69be" providerId="LiveId" clId="{AA42381C-47C7-43DA-87AC-ED2F764F72C4}" dt="2020-01-09T20:04:42.093" v="357" actId="26606"/>
          <ac:graphicFrameMkLst>
            <pc:docMk/>
            <pc:sldMk cId="4283770691" sldId="257"/>
            <ac:graphicFrameMk id="5" creationId="{E4F926BA-DEF8-4D2D-9A12-F19D66323706}"/>
          </ac:graphicFrameMkLst>
        </pc:graphicFrameChg>
        <pc:graphicFrameChg chg="add del">
          <ac:chgData name="Marc von Gehlen" userId="ee9d88c3e5fd69be" providerId="LiveId" clId="{AA42381C-47C7-43DA-87AC-ED2F764F72C4}" dt="2020-01-09T20:04:43.338" v="359" actId="26606"/>
          <ac:graphicFrameMkLst>
            <pc:docMk/>
            <pc:sldMk cId="4283770691" sldId="257"/>
            <ac:graphicFrameMk id="13" creationId="{5AE8FB32-1625-4504-9EFF-FC4AC47A1642}"/>
          </ac:graphicFrameMkLst>
        </pc:graphicFrameChg>
        <pc:picChg chg="add del">
          <ac:chgData name="Marc von Gehlen" userId="ee9d88c3e5fd69be" providerId="LiveId" clId="{AA42381C-47C7-43DA-87AC-ED2F764F72C4}" dt="2020-01-09T20:04:49.602" v="365" actId="26606"/>
          <ac:picMkLst>
            <pc:docMk/>
            <pc:sldMk cId="4283770691" sldId="257"/>
            <ac:picMk id="7" creationId="{FF787A49-30F0-4CAC-9A9F-A67411C494F7}"/>
          </ac:picMkLst>
        </pc:picChg>
        <pc:picChg chg="add del">
          <ac:chgData name="Marc von Gehlen" userId="ee9d88c3e5fd69be" providerId="LiveId" clId="{AA42381C-47C7-43DA-87AC-ED2F764F72C4}" dt="2020-01-09T20:04:50.925" v="369" actId="26606"/>
          <ac:picMkLst>
            <pc:docMk/>
            <pc:sldMk cId="4283770691" sldId="257"/>
            <ac:picMk id="80" creationId="{670C210A-0114-44F9-B5D7-B304D28C4507}"/>
          </ac:picMkLst>
        </pc:picChg>
        <pc:picChg chg="add del">
          <ac:chgData name="Marc von Gehlen" userId="ee9d88c3e5fd69be" providerId="LiveId" clId="{AA42381C-47C7-43DA-87AC-ED2F764F72C4}" dt="2020-01-09T20:04:54.064" v="375" actId="26606"/>
          <ac:picMkLst>
            <pc:docMk/>
            <pc:sldMk cId="4283770691" sldId="257"/>
            <ac:picMk id="100" creationId="{670C210A-0114-44F9-B5D7-B304D28C4507}"/>
          </ac:picMkLst>
        </pc:picChg>
        <pc:picChg chg="add del">
          <ac:chgData name="Marc von Gehlen" userId="ee9d88c3e5fd69be" providerId="LiveId" clId="{AA42381C-47C7-43DA-87AC-ED2F764F72C4}" dt="2020-01-09T20:04:56.460" v="379" actId="26606"/>
          <ac:picMkLst>
            <pc:docMk/>
            <pc:sldMk cId="4283770691" sldId="257"/>
            <ac:picMk id="116" creationId="{FF787A49-30F0-4CAC-9A9F-A67411C494F7}"/>
          </ac:picMkLst>
        </pc:picChg>
        <pc:picChg chg="add del">
          <ac:chgData name="Marc von Gehlen" userId="ee9d88c3e5fd69be" providerId="LiveId" clId="{AA42381C-47C7-43DA-87AC-ED2F764F72C4}" dt="2020-01-28T19:27:51.480" v="3739" actId="26606"/>
          <ac:picMkLst>
            <pc:docMk/>
            <pc:sldMk cId="4283770691" sldId="257"/>
            <ac:picMk id="155" creationId="{B2FD3742-5B65-42FE-8EF8-CE8A6D072A8A}"/>
          </ac:picMkLst>
        </pc:picChg>
        <pc:picChg chg="add del">
          <ac:chgData name="Marc von Gehlen" userId="ee9d88c3e5fd69be" providerId="LiveId" clId="{AA42381C-47C7-43DA-87AC-ED2F764F72C4}" dt="2020-01-28T19:27:52.172" v="3741" actId="26606"/>
          <ac:picMkLst>
            <pc:docMk/>
            <pc:sldMk cId="4283770691" sldId="257"/>
            <ac:picMk id="161" creationId="{EDE16442-D781-4AC1-8916-402369727B18}"/>
          </ac:picMkLst>
        </pc:picChg>
        <pc:picChg chg="add del">
          <ac:chgData name="Marc von Gehlen" userId="ee9d88c3e5fd69be" providerId="LiveId" clId="{AA42381C-47C7-43DA-87AC-ED2F764F72C4}" dt="2020-01-28T19:27:52.625" v="3743" actId="26606"/>
          <ac:picMkLst>
            <pc:docMk/>
            <pc:sldMk cId="4283770691" sldId="257"/>
            <ac:picMk id="164" creationId="{B2FD3742-5B65-42FE-8EF8-CE8A6D072A8A}"/>
          </ac:picMkLst>
        </pc:picChg>
        <pc:picChg chg="add del">
          <ac:chgData name="Marc von Gehlen" userId="ee9d88c3e5fd69be" providerId="LiveId" clId="{AA42381C-47C7-43DA-87AC-ED2F764F72C4}" dt="2020-01-28T19:27:54.393" v="3747" actId="26606"/>
          <ac:picMkLst>
            <pc:docMk/>
            <pc:sldMk cId="4283770691" sldId="257"/>
            <ac:picMk id="171" creationId="{6F9962EA-40DF-4789-9C95-F1A35A5B53EB}"/>
          </ac:picMkLst>
        </pc:picChg>
        <pc:picChg chg="add del">
          <ac:chgData name="Marc von Gehlen" userId="ee9d88c3e5fd69be" providerId="LiveId" clId="{AA42381C-47C7-43DA-87AC-ED2F764F72C4}" dt="2020-01-28T19:27:55.263" v="3749" actId="26606"/>
          <ac:picMkLst>
            <pc:docMk/>
            <pc:sldMk cId="4283770691" sldId="257"/>
            <ac:picMk id="173" creationId="{F6030671-08D6-45A8-BCA1-BE8402172615}"/>
          </ac:picMkLst>
        </pc:picChg>
        <pc:picChg chg="add del">
          <ac:chgData name="Marc von Gehlen" userId="ee9d88c3e5fd69be" providerId="LiveId" clId="{AA42381C-47C7-43DA-87AC-ED2F764F72C4}" dt="2020-01-28T19:27:58.661" v="3755" actId="26606"/>
          <ac:picMkLst>
            <pc:docMk/>
            <pc:sldMk cId="4283770691" sldId="257"/>
            <ac:picMk id="185" creationId="{8491700C-276C-41ED-B439-02F0872519B1}"/>
          </ac:picMkLst>
        </pc:picChg>
        <pc:cxnChg chg="add del mod">
          <ac:chgData name="Marc von Gehlen" userId="ee9d88c3e5fd69be" providerId="LiveId" clId="{AA42381C-47C7-43DA-87AC-ED2F764F72C4}" dt="2020-01-28T19:27:34.091" v="3736"/>
          <ac:cxnSpMkLst>
            <pc:docMk/>
            <pc:sldMk cId="4283770691" sldId="257"/>
            <ac:cxnSpMk id="6" creationId="{6F9E109D-EC4C-409D-B2CD-AD8D142BE846}"/>
          </ac:cxnSpMkLst>
        </pc:cxnChg>
        <pc:cxnChg chg="add del">
          <ac:chgData name="Marc von Gehlen" userId="ee9d88c3e5fd69be" providerId="LiveId" clId="{AA42381C-47C7-43DA-87AC-ED2F764F72C4}" dt="2020-01-09T20:04:44.136" v="361" actId="26606"/>
          <ac:cxnSpMkLst>
            <pc:docMk/>
            <pc:sldMk cId="4283770691" sldId="257"/>
            <ac:cxnSpMk id="15" creationId="{B874EF51-C858-4BB9-97C3-D17755787127}"/>
          </ac:cxnSpMkLst>
        </pc:cxnChg>
        <pc:cxnChg chg="add del">
          <ac:chgData name="Marc von Gehlen" userId="ee9d88c3e5fd69be" providerId="LiveId" clId="{AA42381C-47C7-43DA-87AC-ED2F764F72C4}" dt="2020-01-28T19:27:51.480" v="3739" actId="26606"/>
          <ac:cxnSpMkLst>
            <pc:docMk/>
            <pc:sldMk cId="4283770691" sldId="257"/>
            <ac:cxnSpMk id="95" creationId="{A7F400EE-A8A5-48AF-B4D6-291B52C6F0B0}"/>
          </ac:cxnSpMkLst>
        </pc:cxnChg>
        <pc:cxnChg chg="add del">
          <ac:chgData name="Marc von Gehlen" userId="ee9d88c3e5fd69be" providerId="LiveId" clId="{AA42381C-47C7-43DA-87AC-ED2F764F72C4}" dt="2020-01-09T20:04:53.214" v="373" actId="26606"/>
          <ac:cxnSpMkLst>
            <pc:docMk/>
            <pc:sldMk cId="4283770691" sldId="257"/>
            <ac:cxnSpMk id="97" creationId="{2D72A2C9-F3CA-4216-8BAD-FA4C970C3C4E}"/>
          </ac:cxnSpMkLst>
        </pc:cxnChg>
        <pc:cxnChg chg="add del">
          <ac:chgData name="Marc von Gehlen" userId="ee9d88c3e5fd69be" providerId="LiveId" clId="{AA42381C-47C7-43DA-87AC-ED2F764F72C4}" dt="2020-01-09T20:04:57.216" v="381" actId="26606"/>
          <ac:cxnSpMkLst>
            <pc:docMk/>
            <pc:sldMk cId="4283770691" sldId="257"/>
            <ac:cxnSpMk id="120" creationId="{2D72A2C9-F3CA-4216-8BAD-FA4C970C3C4E}"/>
          </ac:cxnSpMkLst>
        </pc:cxnChg>
        <pc:cxnChg chg="add del">
          <ac:chgData name="Marc von Gehlen" userId="ee9d88c3e5fd69be" providerId="LiveId" clId="{AA42381C-47C7-43DA-87AC-ED2F764F72C4}" dt="2020-01-09T20:04:57.963" v="383" actId="26606"/>
          <ac:cxnSpMkLst>
            <pc:docMk/>
            <pc:sldMk cId="4283770691" sldId="257"/>
            <ac:cxnSpMk id="124" creationId="{B874EF51-C858-4BB9-97C3-D17755787127}"/>
          </ac:cxnSpMkLst>
        </pc:cxnChg>
        <pc:cxnChg chg="add del">
          <ac:chgData name="Marc von Gehlen" userId="ee9d88c3e5fd69be" providerId="LiveId" clId="{AA42381C-47C7-43DA-87AC-ED2F764F72C4}" dt="2020-01-09T20:05:11.867" v="391" actId="26606"/>
          <ac:cxnSpMkLst>
            <pc:docMk/>
            <pc:sldMk cId="4283770691" sldId="257"/>
            <ac:cxnSpMk id="146" creationId="{2D72A2C9-F3CA-4216-8BAD-FA4C970C3C4E}"/>
          </ac:cxnSpMkLst>
        </pc:cxnChg>
        <pc:cxnChg chg="add del">
          <ac:chgData name="Marc von Gehlen" userId="ee9d88c3e5fd69be" providerId="LiveId" clId="{AA42381C-47C7-43DA-87AC-ED2F764F72C4}" dt="2020-01-28T19:27:58.672" v="3756" actId="26606"/>
          <ac:cxnSpMkLst>
            <pc:docMk/>
            <pc:sldMk cId="4283770691" sldId="257"/>
            <ac:cxnSpMk id="153" creationId="{2D72A2C9-F3CA-4216-8BAD-FA4C970C3C4E}"/>
          </ac:cxnSpMkLst>
        </pc:cxnChg>
        <pc:cxnChg chg="add del">
          <ac:chgData name="Marc von Gehlen" userId="ee9d88c3e5fd69be" providerId="LiveId" clId="{AA42381C-47C7-43DA-87AC-ED2F764F72C4}" dt="2020-01-09T20:05:29.367" v="395" actId="26606"/>
          <ac:cxnSpMkLst>
            <pc:docMk/>
            <pc:sldMk cId="4283770691" sldId="257"/>
            <ac:cxnSpMk id="156" creationId="{2D72A2C9-F3CA-4216-8BAD-FA4C970C3C4E}"/>
          </ac:cxnSpMkLst>
        </pc:cxnChg>
        <pc:cxnChg chg="add del">
          <ac:chgData name="Marc von Gehlen" userId="ee9d88c3e5fd69be" providerId="LiveId" clId="{AA42381C-47C7-43DA-87AC-ED2F764F72C4}" dt="2020-01-28T19:27:52.172" v="3741" actId="26606"/>
          <ac:cxnSpMkLst>
            <pc:docMk/>
            <pc:sldMk cId="4283770691" sldId="257"/>
            <ac:cxnSpMk id="162" creationId="{A7F400EE-A8A5-48AF-B4D6-291B52C6F0B0}"/>
          </ac:cxnSpMkLst>
        </pc:cxnChg>
        <pc:cxnChg chg="add del">
          <ac:chgData name="Marc von Gehlen" userId="ee9d88c3e5fd69be" providerId="LiveId" clId="{AA42381C-47C7-43DA-87AC-ED2F764F72C4}" dt="2020-01-28T19:27:52.625" v="3743" actId="26606"/>
          <ac:cxnSpMkLst>
            <pc:docMk/>
            <pc:sldMk cId="4283770691" sldId="257"/>
            <ac:cxnSpMk id="165" creationId="{A7F400EE-A8A5-48AF-B4D6-291B52C6F0B0}"/>
          </ac:cxnSpMkLst>
        </pc:cxnChg>
        <pc:cxnChg chg="add del">
          <ac:chgData name="Marc von Gehlen" userId="ee9d88c3e5fd69be" providerId="LiveId" clId="{AA42381C-47C7-43DA-87AC-ED2F764F72C4}" dt="2020-01-28T19:27:53.770" v="3745" actId="26606"/>
          <ac:cxnSpMkLst>
            <pc:docMk/>
            <pc:sldMk cId="4283770691" sldId="257"/>
            <ac:cxnSpMk id="169" creationId="{2D72A2C9-F3CA-4216-8BAD-FA4C970C3C4E}"/>
          </ac:cxnSpMkLst>
        </pc:cxnChg>
        <pc:cxnChg chg="add del">
          <ac:chgData name="Marc von Gehlen" userId="ee9d88c3e5fd69be" providerId="LiveId" clId="{AA42381C-47C7-43DA-87AC-ED2F764F72C4}" dt="2020-01-28T19:27:56.861" v="3753" actId="26606"/>
          <ac:cxnSpMkLst>
            <pc:docMk/>
            <pc:sldMk cId="4283770691" sldId="257"/>
            <ac:cxnSpMk id="181" creationId="{2D72A2C9-F3CA-4216-8BAD-FA4C970C3C4E}"/>
          </ac:cxnSpMkLst>
        </pc:cxnChg>
        <pc:cxnChg chg="add del">
          <ac:chgData name="Marc von Gehlen" userId="ee9d88c3e5fd69be" providerId="LiveId" clId="{AA42381C-47C7-43DA-87AC-ED2F764F72C4}" dt="2020-01-28T19:28:10.234" v="3759" actId="26606"/>
          <ac:cxnSpMkLst>
            <pc:docMk/>
            <pc:sldMk cId="4283770691" sldId="257"/>
            <ac:cxnSpMk id="188" creationId="{2D72A2C9-F3CA-4216-8BAD-FA4C970C3C4E}"/>
          </ac:cxnSpMkLst>
        </pc:cxnChg>
        <pc:cxnChg chg="add del">
          <ac:chgData name="Marc von Gehlen" userId="ee9d88c3e5fd69be" providerId="LiveId" clId="{AA42381C-47C7-43DA-87AC-ED2F764F72C4}" dt="2020-01-28T19:28:10.226" v="3758" actId="26606"/>
          <ac:cxnSpMkLst>
            <pc:docMk/>
            <pc:sldMk cId="4283770691" sldId="257"/>
            <ac:cxnSpMk id="195" creationId="{2D72A2C9-F3CA-4216-8BAD-FA4C970C3C4E}"/>
          </ac:cxnSpMkLst>
        </pc:cxnChg>
        <pc:cxnChg chg="add">
          <ac:chgData name="Marc von Gehlen" userId="ee9d88c3e5fd69be" providerId="LiveId" clId="{AA42381C-47C7-43DA-87AC-ED2F764F72C4}" dt="2020-01-28T19:28:10.234" v="3759" actId="26606"/>
          <ac:cxnSpMkLst>
            <pc:docMk/>
            <pc:sldMk cId="4283770691" sldId="257"/>
            <ac:cxnSpMk id="198" creationId="{2D72A2C9-F3CA-4216-8BAD-FA4C970C3C4E}"/>
          </ac:cxnSpMkLst>
        </pc:cxnChg>
      </pc:sldChg>
      <pc:sldChg chg="addSp delSp modSp add mod setBg modAnim modNotesTx">
        <pc:chgData name="Marc von Gehlen" userId="ee9d88c3e5fd69be" providerId="LiveId" clId="{AA42381C-47C7-43DA-87AC-ED2F764F72C4}" dt="2020-02-03T19:26:01.148" v="4881"/>
        <pc:sldMkLst>
          <pc:docMk/>
          <pc:sldMk cId="1261557792" sldId="258"/>
        </pc:sldMkLst>
        <pc:spChg chg="mod">
          <ac:chgData name="Marc von Gehlen" userId="ee9d88c3e5fd69be" providerId="LiveId" clId="{AA42381C-47C7-43DA-87AC-ED2F764F72C4}" dt="2020-01-29T18:56:02.883" v="4101"/>
          <ac:spMkLst>
            <pc:docMk/>
            <pc:sldMk cId="1261557792" sldId="258"/>
            <ac:spMk id="2" creationId="{8882EC5C-283D-467A-9660-6D51012FA684}"/>
          </ac:spMkLst>
        </pc:spChg>
        <pc:spChg chg="add del">
          <ac:chgData name="Marc von Gehlen" userId="ee9d88c3e5fd69be" providerId="LiveId" clId="{AA42381C-47C7-43DA-87AC-ED2F764F72C4}" dt="2020-01-09T20:57:04.109" v="1717"/>
          <ac:spMkLst>
            <pc:docMk/>
            <pc:sldMk cId="1261557792" sldId="258"/>
            <ac:spMk id="3" creationId="{976DED44-7962-4C56-BFD5-D1EB1E884A9C}"/>
          </ac:spMkLst>
        </pc:spChg>
        <pc:spChg chg="add">
          <ac:chgData name="Marc von Gehlen" userId="ee9d88c3e5fd69be" providerId="LiveId" clId="{AA42381C-47C7-43DA-87AC-ED2F764F72C4}" dt="2020-01-09T20:57:23.009" v="1720" actId="26606"/>
          <ac:spMkLst>
            <pc:docMk/>
            <pc:sldMk cId="1261557792" sldId="258"/>
            <ac:spMk id="4" creationId="{EE39DFCF-9247-4DE5-BB93-074BFAF07A3F}"/>
          </ac:spMkLst>
        </pc:spChg>
        <pc:spChg chg="add">
          <ac:chgData name="Marc von Gehlen" userId="ee9d88c3e5fd69be" providerId="LiveId" clId="{AA42381C-47C7-43DA-87AC-ED2F764F72C4}" dt="2020-01-09T20:57:23.009" v="1720" actId="26606"/>
          <ac:spMkLst>
            <pc:docMk/>
            <pc:sldMk cId="1261557792" sldId="258"/>
            <ac:spMk id="5" creationId="{442B652E-D499-4CDA-8F7A-60469EDBCBE3}"/>
          </ac:spMkLst>
        </pc:spChg>
        <pc:spChg chg="add">
          <ac:chgData name="Marc von Gehlen" userId="ee9d88c3e5fd69be" providerId="LiveId" clId="{AA42381C-47C7-43DA-87AC-ED2F764F72C4}" dt="2020-01-09T20:57:23.009" v="1720" actId="26606"/>
          <ac:spMkLst>
            <pc:docMk/>
            <pc:sldMk cId="1261557792" sldId="258"/>
            <ac:spMk id="6" creationId="{981C8C27-2457-421F-BDC4-7B4EA3C78286}"/>
          </ac:spMkLst>
        </pc:spChg>
        <pc:spChg chg="add del">
          <ac:chgData name="Marc von Gehlen" userId="ee9d88c3e5fd69be" providerId="LiveId" clId="{AA42381C-47C7-43DA-87AC-ED2F764F72C4}" dt="2020-01-09T20:56:50.744" v="1702" actId="26606"/>
          <ac:spMkLst>
            <pc:docMk/>
            <pc:sldMk cId="1261557792" sldId="258"/>
            <ac:spMk id="8" creationId="{33CD251C-A887-4D2F-925B-FC097198538B}"/>
          </ac:spMkLst>
        </pc:spChg>
        <pc:spChg chg="add del">
          <ac:chgData name="Marc von Gehlen" userId="ee9d88c3e5fd69be" providerId="LiveId" clId="{AA42381C-47C7-43DA-87AC-ED2F764F72C4}" dt="2020-01-09T20:56:50.744" v="1702" actId="26606"/>
          <ac:spMkLst>
            <pc:docMk/>
            <pc:sldMk cId="1261557792" sldId="258"/>
            <ac:spMk id="9" creationId="{976DED44-7962-4C56-BFD5-D1EB1E884A9C}"/>
          </ac:spMkLst>
        </pc:spChg>
        <pc:spChg chg="add">
          <ac:chgData name="Marc von Gehlen" userId="ee9d88c3e5fd69be" providerId="LiveId" clId="{AA42381C-47C7-43DA-87AC-ED2F764F72C4}" dt="2020-01-09T20:57:23.009" v="1720" actId="26606"/>
          <ac:spMkLst>
            <pc:docMk/>
            <pc:sldMk cId="1261557792" sldId="258"/>
            <ac:spMk id="11" creationId="{484A22B8-F5B6-47C2-B88E-DADAF379130D}"/>
          </ac:spMkLst>
        </pc:spChg>
        <pc:spChg chg="add del">
          <ac:chgData name="Marc von Gehlen" userId="ee9d88c3e5fd69be" providerId="LiveId" clId="{AA42381C-47C7-43DA-87AC-ED2F764F72C4}" dt="2020-01-09T20:56:51.862" v="1706" actId="26606"/>
          <ac:spMkLst>
            <pc:docMk/>
            <pc:sldMk cId="1261557792" sldId="258"/>
            <ac:spMk id="12" creationId="{14847E93-7DC1-4D4B-8829-B19AA7137C50}"/>
          </ac:spMkLst>
        </pc:spChg>
        <pc:spChg chg="add">
          <ac:chgData name="Marc von Gehlen" userId="ee9d88c3e5fd69be" providerId="LiveId" clId="{AA42381C-47C7-43DA-87AC-ED2F764F72C4}" dt="2020-01-09T20:57:23.009" v="1720" actId="26606"/>
          <ac:spMkLst>
            <pc:docMk/>
            <pc:sldMk cId="1261557792" sldId="258"/>
            <ac:spMk id="13" creationId="{A987C18C-164D-4263-B486-4647A98E888E}"/>
          </ac:spMkLst>
        </pc:spChg>
        <pc:spChg chg="add del">
          <ac:chgData name="Marc von Gehlen" userId="ee9d88c3e5fd69be" providerId="LiveId" clId="{AA42381C-47C7-43DA-87AC-ED2F764F72C4}" dt="2020-01-09T20:56:50.744" v="1702" actId="26606"/>
          <ac:spMkLst>
            <pc:docMk/>
            <pc:sldMk cId="1261557792" sldId="258"/>
            <ac:spMk id="14" creationId="{662A3FAA-D056-4098-8115-EA61EAF068CF}"/>
          </ac:spMkLst>
        </pc:spChg>
        <pc:spChg chg="add">
          <ac:chgData name="Marc von Gehlen" userId="ee9d88c3e5fd69be" providerId="LiveId" clId="{AA42381C-47C7-43DA-87AC-ED2F764F72C4}" dt="2020-01-09T20:57:23.009" v="1720" actId="26606"/>
          <ac:spMkLst>
            <pc:docMk/>
            <pc:sldMk cId="1261557792" sldId="258"/>
            <ac:spMk id="15" creationId="{E7E98B39-04C6-408B-92FD-76862874063D}"/>
          </ac:spMkLst>
        </pc:spChg>
        <pc:spChg chg="add del">
          <ac:chgData name="Marc von Gehlen" userId="ee9d88c3e5fd69be" providerId="LiveId" clId="{AA42381C-47C7-43DA-87AC-ED2F764F72C4}" dt="2020-01-09T20:56:51.395" v="1704" actId="26606"/>
          <ac:spMkLst>
            <pc:docMk/>
            <pc:sldMk cId="1261557792" sldId="258"/>
            <ac:spMk id="16" creationId="{CB8B6A13-85CA-4900-9C17-0B2EC7D655A5}"/>
          </ac:spMkLst>
        </pc:spChg>
        <pc:spChg chg="add del">
          <ac:chgData name="Marc von Gehlen" userId="ee9d88c3e5fd69be" providerId="LiveId" clId="{AA42381C-47C7-43DA-87AC-ED2F764F72C4}" dt="2020-01-09T20:56:51.862" v="1706" actId="26606"/>
          <ac:spMkLst>
            <pc:docMk/>
            <pc:sldMk cId="1261557792" sldId="258"/>
            <ac:spMk id="18" creationId="{7B786209-1B0B-4CA9-9BDD-F7327066A84D}"/>
          </ac:spMkLst>
        </pc:spChg>
        <pc:spChg chg="add del">
          <ac:chgData name="Marc von Gehlen" userId="ee9d88c3e5fd69be" providerId="LiveId" clId="{AA42381C-47C7-43DA-87AC-ED2F764F72C4}" dt="2020-01-09T20:56:51.395" v="1704" actId="26606"/>
          <ac:spMkLst>
            <pc:docMk/>
            <pc:sldMk cId="1261557792" sldId="258"/>
            <ac:spMk id="19" creationId="{976DED44-7962-4C56-BFD5-D1EB1E884A9C}"/>
          </ac:spMkLst>
        </pc:spChg>
        <pc:spChg chg="add del">
          <ac:chgData name="Marc von Gehlen" userId="ee9d88c3e5fd69be" providerId="LiveId" clId="{AA42381C-47C7-43DA-87AC-ED2F764F72C4}" dt="2020-01-09T20:56:51.862" v="1706" actId="26606"/>
          <ac:spMkLst>
            <pc:docMk/>
            <pc:sldMk cId="1261557792" sldId="258"/>
            <ac:spMk id="20" creationId="{2D2964BB-484D-45AE-AD66-D407D0629652}"/>
          </ac:spMkLst>
        </pc:spChg>
        <pc:spChg chg="add del">
          <ac:chgData name="Marc von Gehlen" userId="ee9d88c3e5fd69be" providerId="LiveId" clId="{AA42381C-47C7-43DA-87AC-ED2F764F72C4}" dt="2020-01-09T20:56:51.862" v="1706" actId="26606"/>
          <ac:spMkLst>
            <pc:docMk/>
            <pc:sldMk cId="1261557792" sldId="258"/>
            <ac:spMk id="21" creationId="{1709F1D5-B0F1-4714-A239-E5B61C161915}"/>
          </ac:spMkLst>
        </pc:spChg>
        <pc:spChg chg="add del">
          <ac:chgData name="Marc von Gehlen" userId="ee9d88c3e5fd69be" providerId="LiveId" clId="{AA42381C-47C7-43DA-87AC-ED2F764F72C4}" dt="2020-01-09T20:56:51.862" v="1706" actId="26606"/>
          <ac:spMkLst>
            <pc:docMk/>
            <pc:sldMk cId="1261557792" sldId="258"/>
            <ac:spMk id="22" creationId="{6691AC69-A76E-4DAB-B565-468B6B87ACF3}"/>
          </ac:spMkLst>
        </pc:spChg>
        <pc:spChg chg="add del">
          <ac:chgData name="Marc von Gehlen" userId="ee9d88c3e5fd69be" providerId="LiveId" clId="{AA42381C-47C7-43DA-87AC-ED2F764F72C4}" dt="2020-01-09T20:56:51.862" v="1706" actId="26606"/>
          <ac:spMkLst>
            <pc:docMk/>
            <pc:sldMk cId="1261557792" sldId="258"/>
            <ac:spMk id="23" creationId="{228FB460-D3FF-4440-A020-05982A09E517}"/>
          </ac:spMkLst>
        </pc:spChg>
        <pc:spChg chg="add del">
          <ac:chgData name="Marc von Gehlen" userId="ee9d88c3e5fd69be" providerId="LiveId" clId="{AA42381C-47C7-43DA-87AC-ED2F764F72C4}" dt="2020-01-09T20:56:51.862" v="1706" actId="26606"/>
          <ac:spMkLst>
            <pc:docMk/>
            <pc:sldMk cId="1261557792" sldId="258"/>
            <ac:spMk id="24" creationId="{5566D6E1-03A1-4D73-A4E0-35D74D568A04}"/>
          </ac:spMkLst>
        </pc:spChg>
        <pc:spChg chg="add del">
          <ac:chgData name="Marc von Gehlen" userId="ee9d88c3e5fd69be" providerId="LiveId" clId="{AA42381C-47C7-43DA-87AC-ED2F764F72C4}" dt="2020-01-09T20:56:51.862" v="1706" actId="26606"/>
          <ac:spMkLst>
            <pc:docMk/>
            <pc:sldMk cId="1261557792" sldId="258"/>
            <ac:spMk id="25" creationId="{9F835A99-04AC-494A-A572-AFE8413CC938}"/>
          </ac:spMkLst>
        </pc:spChg>
        <pc:spChg chg="add del">
          <ac:chgData name="Marc von Gehlen" userId="ee9d88c3e5fd69be" providerId="LiveId" clId="{AA42381C-47C7-43DA-87AC-ED2F764F72C4}" dt="2020-01-09T20:56:51.862" v="1706" actId="26606"/>
          <ac:spMkLst>
            <pc:docMk/>
            <pc:sldMk cId="1261557792" sldId="258"/>
            <ac:spMk id="26" creationId="{976DED44-7962-4C56-BFD5-D1EB1E884A9C}"/>
          </ac:spMkLst>
        </pc:spChg>
        <pc:spChg chg="add">
          <ac:chgData name="Marc von Gehlen" userId="ee9d88c3e5fd69be" providerId="LiveId" clId="{AA42381C-47C7-43DA-87AC-ED2F764F72C4}" dt="2020-01-09T20:57:23.009" v="1720" actId="26606"/>
          <ac:spMkLst>
            <pc:docMk/>
            <pc:sldMk cId="1261557792" sldId="258"/>
            <ac:spMk id="27" creationId="{CEA13C66-82C1-44AF-972B-8F5CCA41B6D9}"/>
          </ac:spMkLst>
        </pc:spChg>
        <pc:spChg chg="add del">
          <ac:chgData name="Marc von Gehlen" userId="ee9d88c3e5fd69be" providerId="LiveId" clId="{AA42381C-47C7-43DA-87AC-ED2F764F72C4}" dt="2020-01-09T20:56:52.331" v="1708" actId="26606"/>
          <ac:spMkLst>
            <pc:docMk/>
            <pc:sldMk cId="1261557792" sldId="258"/>
            <ac:spMk id="28" creationId="{C4E4288A-DFC8-40A2-90E5-70E851A933AD}"/>
          </ac:spMkLst>
        </pc:spChg>
        <pc:spChg chg="add del">
          <ac:chgData name="Marc von Gehlen" userId="ee9d88c3e5fd69be" providerId="LiveId" clId="{AA42381C-47C7-43DA-87AC-ED2F764F72C4}" dt="2020-01-09T20:56:52.331" v="1708" actId="26606"/>
          <ac:spMkLst>
            <pc:docMk/>
            <pc:sldMk cId="1261557792" sldId="258"/>
            <ac:spMk id="29" creationId="{9AD93FD3-7DF2-4DC8-BD55-8B2EB5F63F2A}"/>
          </ac:spMkLst>
        </pc:spChg>
        <pc:spChg chg="add del">
          <ac:chgData name="Marc von Gehlen" userId="ee9d88c3e5fd69be" providerId="LiveId" clId="{AA42381C-47C7-43DA-87AC-ED2F764F72C4}" dt="2020-01-09T20:56:52.331" v="1708" actId="26606"/>
          <ac:spMkLst>
            <pc:docMk/>
            <pc:sldMk cId="1261557792" sldId="258"/>
            <ac:spMk id="30" creationId="{956571CF-1434-4180-A385-D4AC63B6269D}"/>
          </ac:spMkLst>
        </pc:spChg>
        <pc:spChg chg="add del">
          <ac:chgData name="Marc von Gehlen" userId="ee9d88c3e5fd69be" providerId="LiveId" clId="{AA42381C-47C7-43DA-87AC-ED2F764F72C4}" dt="2020-01-09T20:56:52.331" v="1708" actId="26606"/>
          <ac:spMkLst>
            <pc:docMk/>
            <pc:sldMk cId="1261557792" sldId="258"/>
            <ac:spMk id="31" creationId="{19D0EF7D-8D7F-4A18-A68B-92E2D448730D}"/>
          </ac:spMkLst>
        </pc:spChg>
        <pc:spChg chg="add">
          <ac:chgData name="Marc von Gehlen" userId="ee9d88c3e5fd69be" providerId="LiveId" clId="{AA42381C-47C7-43DA-87AC-ED2F764F72C4}" dt="2020-01-09T20:57:23.009" v="1720" actId="26606"/>
          <ac:spMkLst>
            <pc:docMk/>
            <pc:sldMk cId="1261557792" sldId="258"/>
            <ac:spMk id="33" creationId="{9DB36437-FE59-457E-91A7-396BBD3C9C6A}"/>
          </ac:spMkLst>
        </pc:spChg>
        <pc:spChg chg="add">
          <ac:chgData name="Marc von Gehlen" userId="ee9d88c3e5fd69be" providerId="LiveId" clId="{AA42381C-47C7-43DA-87AC-ED2F764F72C4}" dt="2020-01-09T20:57:23.009" v="1720" actId="26606"/>
          <ac:spMkLst>
            <pc:docMk/>
            <pc:sldMk cId="1261557792" sldId="258"/>
            <ac:spMk id="34" creationId="{844D3693-2EFE-4667-89D5-47E2D5920912}"/>
          </ac:spMkLst>
        </pc:spChg>
        <pc:spChg chg="add del">
          <ac:chgData name="Marc von Gehlen" userId="ee9d88c3e5fd69be" providerId="LiveId" clId="{AA42381C-47C7-43DA-87AC-ED2F764F72C4}" dt="2020-01-09T20:56:52.331" v="1708" actId="26606"/>
          <ac:spMkLst>
            <pc:docMk/>
            <pc:sldMk cId="1261557792" sldId="258"/>
            <ac:spMk id="35" creationId="{976DED44-7962-4C56-BFD5-D1EB1E884A9C}"/>
          </ac:spMkLst>
        </pc:spChg>
        <pc:spChg chg="add">
          <ac:chgData name="Marc von Gehlen" userId="ee9d88c3e5fd69be" providerId="LiveId" clId="{AA42381C-47C7-43DA-87AC-ED2F764F72C4}" dt="2020-01-09T20:57:23.009" v="1720" actId="26606"/>
          <ac:spMkLst>
            <pc:docMk/>
            <pc:sldMk cId="1261557792" sldId="258"/>
            <ac:spMk id="36" creationId="{C21FD796-9CD0-404D-8DF5-5274C0BCC754}"/>
          </ac:spMkLst>
        </pc:spChg>
        <pc:spChg chg="add del mod">
          <ac:chgData name="Marc von Gehlen" userId="ee9d88c3e5fd69be" providerId="LiveId" clId="{AA42381C-47C7-43DA-87AC-ED2F764F72C4}" dt="2020-01-09T21:08:28.281" v="2275"/>
          <ac:spMkLst>
            <pc:docMk/>
            <pc:sldMk cId="1261557792" sldId="258"/>
            <ac:spMk id="39" creationId="{FF2C11AC-1949-4465-B20E-CBB6331432A4}"/>
          </ac:spMkLst>
        </pc:spChg>
        <pc:spChg chg="add del mod">
          <ac:chgData name="Marc von Gehlen" userId="ee9d88c3e5fd69be" providerId="LiveId" clId="{AA42381C-47C7-43DA-87AC-ED2F764F72C4}" dt="2020-01-09T21:09:58.937" v="2288"/>
          <ac:spMkLst>
            <pc:docMk/>
            <pc:sldMk cId="1261557792" sldId="258"/>
            <ac:spMk id="40" creationId="{CC57499E-4796-48E7-B5C3-6D33D2076228}"/>
          </ac:spMkLst>
        </pc:spChg>
        <pc:grpChg chg="add del">
          <ac:chgData name="Marc von Gehlen" userId="ee9d88c3e5fd69be" providerId="LiveId" clId="{AA42381C-47C7-43DA-87AC-ED2F764F72C4}" dt="2020-01-09T20:56:50.744" v="1702" actId="26606"/>
          <ac:grpSpMkLst>
            <pc:docMk/>
            <pc:sldMk cId="1261557792" sldId="258"/>
            <ac:grpSpMk id="10" creationId="{2C3846A5-A498-4C9E-B4DC-13532657D717}"/>
          </ac:grpSpMkLst>
        </pc:grpChg>
        <pc:grpChg chg="add del">
          <ac:chgData name="Marc von Gehlen" userId="ee9d88c3e5fd69be" providerId="LiveId" clId="{AA42381C-47C7-43DA-87AC-ED2F764F72C4}" dt="2020-01-09T20:56:51.395" v="1704" actId="26606"/>
          <ac:grpSpMkLst>
            <pc:docMk/>
            <pc:sldMk cId="1261557792" sldId="258"/>
            <ac:grpSpMk id="17" creationId="{8F3F9174-E2FD-4C98-B643-857596BA1AD0}"/>
          </ac:grpSpMkLst>
        </pc:grpChg>
        <pc:grpChg chg="add del">
          <ac:chgData name="Marc von Gehlen" userId="ee9d88c3e5fd69be" providerId="LiveId" clId="{AA42381C-47C7-43DA-87AC-ED2F764F72C4}" dt="2020-01-09T20:56:52.331" v="1708" actId="26606"/>
          <ac:grpSpMkLst>
            <pc:docMk/>
            <pc:sldMk cId="1261557792" sldId="258"/>
            <ac:grpSpMk id="32" creationId="{C770F868-28FE-4B38-8FC7-E9C841B837FA}"/>
          </ac:grpSpMkLst>
        </pc:grpChg>
        <pc:picChg chg="add del mod">
          <ac:chgData name="Marc von Gehlen" userId="ee9d88c3e5fd69be" providerId="LiveId" clId="{AA42381C-47C7-43DA-87AC-ED2F764F72C4}" dt="2020-02-03T19:26:01.148" v="4881"/>
          <ac:picMkLst>
            <pc:docMk/>
            <pc:sldMk cId="1261557792" sldId="258"/>
            <ac:picMk id="3" creationId="{DB0E4AA7-D40D-4CA6-AC9B-76BAD779B366}"/>
          </ac:picMkLst>
        </pc:picChg>
        <pc:picChg chg="add del">
          <ac:chgData name="Marc von Gehlen" userId="ee9d88c3e5fd69be" providerId="LiveId" clId="{AA42381C-47C7-43DA-87AC-ED2F764F72C4}" dt="2020-01-09T20:56:49.303" v="1700" actId="26606"/>
          <ac:picMkLst>
            <pc:docMk/>
            <pc:sldMk cId="1261557792" sldId="258"/>
            <ac:picMk id="7" creationId="{46AB487C-4F4C-4BF0-A5AE-3D376ED26B76}"/>
          </ac:picMkLst>
        </pc:picChg>
        <pc:picChg chg="add del">
          <ac:chgData name="Marc von Gehlen" userId="ee9d88c3e5fd69be" providerId="LiveId" clId="{AA42381C-47C7-43DA-87AC-ED2F764F72C4}" dt="2020-01-09T20:57:01.813" v="1716" actId="26606"/>
          <ac:picMkLst>
            <pc:docMk/>
            <pc:sldMk cId="1261557792" sldId="258"/>
            <ac:picMk id="37" creationId="{8446C45E-015B-4496-970E-C69C468FBAE8}"/>
          </ac:picMkLst>
        </pc:picChg>
        <pc:picChg chg="add del">
          <ac:chgData name="Marc von Gehlen" userId="ee9d88c3e5fd69be" providerId="LiveId" clId="{AA42381C-47C7-43DA-87AC-ED2F764F72C4}" dt="2020-01-09T20:57:01.813" v="1716" actId="26606"/>
          <ac:picMkLst>
            <pc:docMk/>
            <pc:sldMk cId="1261557792" sldId="258"/>
            <ac:picMk id="38" creationId="{6B6C119D-7224-4218-AF6A-B5CD7E9FCBEF}"/>
          </ac:picMkLst>
        </pc:picChg>
      </pc:sldChg>
      <pc:sldChg chg="modSp add">
        <pc:chgData name="Marc von Gehlen" userId="ee9d88c3e5fd69be" providerId="LiveId" clId="{AA42381C-47C7-43DA-87AC-ED2F764F72C4}" dt="2020-01-09T20:13:10.305" v="710" actId="20577"/>
        <pc:sldMkLst>
          <pc:docMk/>
          <pc:sldMk cId="3049133432" sldId="260"/>
        </pc:sldMkLst>
        <pc:spChg chg="mod">
          <ac:chgData name="Marc von Gehlen" userId="ee9d88c3e5fd69be" providerId="LiveId" clId="{AA42381C-47C7-43DA-87AC-ED2F764F72C4}" dt="2020-01-09T20:13:10.305" v="710" actId="20577"/>
          <ac:spMkLst>
            <pc:docMk/>
            <pc:sldMk cId="3049133432" sldId="260"/>
            <ac:spMk id="2" creationId="{5F62D0B0-9682-47EB-8252-CB2C1DD5D3B4}"/>
          </ac:spMkLst>
        </pc:spChg>
      </pc:sldChg>
      <pc:sldChg chg="addSp delSp modSp add mod setBg modAnim setClrOvrMap modNotesTx">
        <pc:chgData name="Marc von Gehlen" userId="ee9d88c3e5fd69be" providerId="LiveId" clId="{AA42381C-47C7-43DA-87AC-ED2F764F72C4}" dt="2020-02-05T17:12:55.703" v="4955" actId="1076"/>
        <pc:sldMkLst>
          <pc:docMk/>
          <pc:sldMk cId="2737512905" sldId="262"/>
        </pc:sldMkLst>
        <pc:spChg chg="mod">
          <ac:chgData name="Marc von Gehlen" userId="ee9d88c3e5fd69be" providerId="LiveId" clId="{AA42381C-47C7-43DA-87AC-ED2F764F72C4}" dt="2020-01-28T19:20:38.738" v="3705" actId="1076"/>
          <ac:spMkLst>
            <pc:docMk/>
            <pc:sldMk cId="2737512905" sldId="262"/>
            <ac:spMk id="2" creationId="{A66D93DC-630D-4EC3-9F9F-33E99B30D9AF}"/>
          </ac:spMkLst>
        </pc:spChg>
        <pc:spChg chg="del">
          <ac:chgData name="Marc von Gehlen" userId="ee9d88c3e5fd69be" providerId="LiveId" clId="{AA42381C-47C7-43DA-87AC-ED2F764F72C4}" dt="2020-01-28T18:54:11.924" v="3080"/>
          <ac:spMkLst>
            <pc:docMk/>
            <pc:sldMk cId="2737512905" sldId="262"/>
            <ac:spMk id="3" creationId="{66B14571-FD6D-4E0D-AD4E-900055A7474B}"/>
          </ac:spMkLst>
        </pc:spChg>
        <pc:spChg chg="add del mod">
          <ac:chgData name="Marc von Gehlen" userId="ee9d88c3e5fd69be" providerId="LiveId" clId="{AA42381C-47C7-43DA-87AC-ED2F764F72C4}" dt="2020-01-28T18:59:23.405" v="3088"/>
          <ac:spMkLst>
            <pc:docMk/>
            <pc:sldMk cId="2737512905" sldId="262"/>
            <ac:spMk id="5" creationId="{2BE7588F-404C-43B1-8FD2-FE28B65DAA46}"/>
          </ac:spMkLst>
        </pc:spChg>
        <pc:spChg chg="add del mod">
          <ac:chgData name="Marc von Gehlen" userId="ee9d88c3e5fd69be" providerId="LiveId" clId="{AA42381C-47C7-43DA-87AC-ED2F764F72C4}" dt="2020-01-28T18:59:29.648" v="3091"/>
          <ac:spMkLst>
            <pc:docMk/>
            <pc:sldMk cId="2737512905" sldId="262"/>
            <ac:spMk id="6" creationId="{BC3D8CA5-E510-4982-83C5-3CC24E4329DA}"/>
          </ac:spMkLst>
        </pc:spChg>
        <pc:spChg chg="add del mod">
          <ac:chgData name="Marc von Gehlen" userId="ee9d88c3e5fd69be" providerId="LiveId" clId="{AA42381C-47C7-43DA-87AC-ED2F764F72C4}" dt="2020-01-28T19:02:37.263" v="3102"/>
          <ac:spMkLst>
            <pc:docMk/>
            <pc:sldMk cId="2737512905" sldId="262"/>
            <ac:spMk id="7" creationId="{E5F35588-1164-4EE6-82B7-B980146EE737}"/>
          </ac:spMkLst>
        </pc:spChg>
        <pc:spChg chg="add mod ord">
          <ac:chgData name="Marc von Gehlen" userId="ee9d88c3e5fd69be" providerId="LiveId" clId="{AA42381C-47C7-43DA-87AC-ED2F764F72C4}" dt="2020-02-02T10:21:46.226" v="4873" actId="20577"/>
          <ac:spMkLst>
            <pc:docMk/>
            <pc:sldMk cId="2737512905" sldId="262"/>
            <ac:spMk id="8" creationId="{567138CB-30C9-406F-9D0F-2F95A23A1D53}"/>
          </ac:spMkLst>
        </pc:spChg>
        <pc:spChg chg="add del mod">
          <ac:chgData name="Marc von Gehlen" userId="ee9d88c3e5fd69be" providerId="LiveId" clId="{AA42381C-47C7-43DA-87AC-ED2F764F72C4}" dt="2020-01-28T19:14:26.817" v="3465"/>
          <ac:spMkLst>
            <pc:docMk/>
            <pc:sldMk cId="2737512905" sldId="262"/>
            <ac:spMk id="10" creationId="{6F7418BB-5CDC-4751-A650-209F731651CD}"/>
          </ac:spMkLst>
        </pc:spChg>
        <pc:spChg chg="add mod ord">
          <ac:chgData name="Marc von Gehlen" userId="ee9d88c3e5fd69be" providerId="LiveId" clId="{AA42381C-47C7-43DA-87AC-ED2F764F72C4}" dt="2020-01-28T19:19:46.181" v="3689" actId="14100"/>
          <ac:spMkLst>
            <pc:docMk/>
            <pc:sldMk cId="2737512905" sldId="262"/>
            <ac:spMk id="11" creationId="{BDE384F7-9334-40D3-94BC-E3CD9B1E0C5E}"/>
          </ac:spMkLst>
        </pc:spChg>
        <pc:spChg chg="add del">
          <ac:chgData name="Marc von Gehlen" userId="ee9d88c3e5fd69be" providerId="LiveId" clId="{AA42381C-47C7-43DA-87AC-ED2F764F72C4}" dt="2020-01-28T19:18:18.358" v="3660" actId="26606"/>
          <ac:spMkLst>
            <pc:docMk/>
            <pc:sldMk cId="2737512905" sldId="262"/>
            <ac:spMk id="16" creationId="{569C1A01-6FB5-43CE-ADCC-936728ACAC0D}"/>
          </ac:spMkLst>
        </pc:spChg>
        <pc:spChg chg="add del">
          <ac:chgData name="Marc von Gehlen" userId="ee9d88c3e5fd69be" providerId="LiveId" clId="{AA42381C-47C7-43DA-87AC-ED2F764F72C4}" dt="2020-01-28T19:18:20.264" v="3662" actId="26606"/>
          <ac:spMkLst>
            <pc:docMk/>
            <pc:sldMk cId="2737512905" sldId="262"/>
            <ac:spMk id="18" creationId="{2010FDC2-8038-452C-BBFC-E9F3A8B13C2B}"/>
          </ac:spMkLst>
        </pc:spChg>
        <pc:spChg chg="add del">
          <ac:chgData name="Marc von Gehlen" userId="ee9d88c3e5fd69be" providerId="LiveId" clId="{AA42381C-47C7-43DA-87AC-ED2F764F72C4}" dt="2020-01-28T19:18:20.264" v="3662" actId="26606"/>
          <ac:spMkLst>
            <pc:docMk/>
            <pc:sldMk cId="2737512905" sldId="262"/>
            <ac:spMk id="19" creationId="{6F03AE69-368E-4E98-AB87-ED23441C170E}"/>
          </ac:spMkLst>
        </pc:spChg>
        <pc:spChg chg="add del">
          <ac:chgData name="Marc von Gehlen" userId="ee9d88c3e5fd69be" providerId="LiveId" clId="{AA42381C-47C7-43DA-87AC-ED2F764F72C4}" dt="2020-01-28T19:18:20.264" v="3662" actId="26606"/>
          <ac:spMkLst>
            <pc:docMk/>
            <pc:sldMk cId="2737512905" sldId="262"/>
            <ac:spMk id="20" creationId="{7D65985B-D548-44B4-9714-27AEC913DC57}"/>
          </ac:spMkLst>
        </pc:spChg>
        <pc:spChg chg="add del">
          <ac:chgData name="Marc von Gehlen" userId="ee9d88c3e5fd69be" providerId="LiveId" clId="{AA42381C-47C7-43DA-87AC-ED2F764F72C4}" dt="2020-01-28T19:18:21.636" v="3664" actId="26606"/>
          <ac:spMkLst>
            <pc:docMk/>
            <pc:sldMk cId="2737512905" sldId="262"/>
            <ac:spMk id="23" creationId="{73C994B4-9721-4148-9EEC-6793CECDE8DD}"/>
          </ac:spMkLst>
        </pc:spChg>
        <pc:spChg chg="add del">
          <ac:chgData name="Marc von Gehlen" userId="ee9d88c3e5fd69be" providerId="LiveId" clId="{AA42381C-47C7-43DA-87AC-ED2F764F72C4}" dt="2020-01-28T19:18:21.636" v="3664" actId="26606"/>
          <ac:spMkLst>
            <pc:docMk/>
            <pc:sldMk cId="2737512905" sldId="262"/>
            <ac:spMk id="24" creationId="{12B7D5BF-766A-4865-A35F-7AF824483681}"/>
          </ac:spMkLst>
        </pc:spChg>
        <pc:spChg chg="add del">
          <ac:chgData name="Marc von Gehlen" userId="ee9d88c3e5fd69be" providerId="LiveId" clId="{AA42381C-47C7-43DA-87AC-ED2F764F72C4}" dt="2020-01-28T19:18:21.636" v="3664" actId="26606"/>
          <ac:spMkLst>
            <pc:docMk/>
            <pc:sldMk cId="2737512905" sldId="262"/>
            <ac:spMk id="25" creationId="{F9D95E49-763A-4886-B038-82F734740554}"/>
          </ac:spMkLst>
        </pc:spChg>
        <pc:spChg chg="add del">
          <ac:chgData name="Marc von Gehlen" userId="ee9d88c3e5fd69be" providerId="LiveId" clId="{AA42381C-47C7-43DA-87AC-ED2F764F72C4}" dt="2020-01-28T19:18:21.636" v="3664" actId="26606"/>
          <ac:spMkLst>
            <pc:docMk/>
            <pc:sldMk cId="2737512905" sldId="262"/>
            <ac:spMk id="26" creationId="{05AD3998-CF72-48F6-90B8-F03F9C98A828}"/>
          </ac:spMkLst>
        </pc:spChg>
        <pc:spChg chg="add del">
          <ac:chgData name="Marc von Gehlen" userId="ee9d88c3e5fd69be" providerId="LiveId" clId="{AA42381C-47C7-43DA-87AC-ED2F764F72C4}" dt="2020-01-28T19:18:23.033" v="3666" actId="26606"/>
          <ac:spMkLst>
            <pc:docMk/>
            <pc:sldMk cId="2737512905" sldId="262"/>
            <ac:spMk id="36" creationId="{A3BAF07C-C39E-42EB-BB22-8D46691D9735}"/>
          </ac:spMkLst>
        </pc:spChg>
        <pc:spChg chg="add del">
          <ac:chgData name="Marc von Gehlen" userId="ee9d88c3e5fd69be" providerId="LiveId" clId="{AA42381C-47C7-43DA-87AC-ED2F764F72C4}" dt="2020-01-28T19:18:23.836" v="3668" actId="26606"/>
          <ac:spMkLst>
            <pc:docMk/>
            <pc:sldMk cId="2737512905" sldId="262"/>
            <ac:spMk id="49" creationId="{B082622D-AAF3-4897-8629-FC918530DD86}"/>
          </ac:spMkLst>
        </pc:spChg>
        <pc:spChg chg="add del">
          <ac:chgData name="Marc von Gehlen" userId="ee9d88c3e5fd69be" providerId="LiveId" clId="{AA42381C-47C7-43DA-87AC-ED2F764F72C4}" dt="2020-01-28T19:18:23.836" v="3668" actId="26606"/>
          <ac:spMkLst>
            <pc:docMk/>
            <pc:sldMk cId="2737512905" sldId="262"/>
            <ac:spMk id="50" creationId="{A7457DD9-5A45-400A-AB4B-4B4EDECA25F1}"/>
          </ac:spMkLst>
        </pc:spChg>
        <pc:spChg chg="add del">
          <ac:chgData name="Marc von Gehlen" userId="ee9d88c3e5fd69be" providerId="LiveId" clId="{AA42381C-47C7-43DA-87AC-ED2F764F72C4}" dt="2020-01-28T19:18:23.836" v="3668" actId="26606"/>
          <ac:spMkLst>
            <pc:docMk/>
            <pc:sldMk cId="2737512905" sldId="262"/>
            <ac:spMk id="51" creationId="{441CF7D6-A660-431A-B0BB-140A0D5556B6}"/>
          </ac:spMkLst>
        </pc:spChg>
        <pc:spChg chg="add del">
          <ac:chgData name="Marc von Gehlen" userId="ee9d88c3e5fd69be" providerId="LiveId" clId="{AA42381C-47C7-43DA-87AC-ED2F764F72C4}" dt="2020-01-28T19:18:23.836" v="3668" actId="26606"/>
          <ac:spMkLst>
            <pc:docMk/>
            <pc:sldMk cId="2737512905" sldId="262"/>
            <ac:spMk id="52" creationId="{0570A85B-3810-4F95-97B0-CBF4CCDB381C}"/>
          </ac:spMkLst>
        </pc:spChg>
        <pc:spChg chg="add del">
          <ac:chgData name="Marc von Gehlen" userId="ee9d88c3e5fd69be" providerId="LiveId" clId="{AA42381C-47C7-43DA-87AC-ED2F764F72C4}" dt="2020-01-28T19:18:25.963" v="3670" actId="26606"/>
          <ac:spMkLst>
            <pc:docMk/>
            <pc:sldMk cId="2737512905" sldId="262"/>
            <ac:spMk id="54" creationId="{0A1A6F78-C919-46F0-9B0A-2ED38886155D}"/>
          </ac:spMkLst>
        </pc:spChg>
        <pc:spChg chg="add del">
          <ac:chgData name="Marc von Gehlen" userId="ee9d88c3e5fd69be" providerId="LiveId" clId="{AA42381C-47C7-43DA-87AC-ED2F764F72C4}" dt="2020-01-28T19:18:25.963" v="3670" actId="26606"/>
          <ac:spMkLst>
            <pc:docMk/>
            <pc:sldMk cId="2737512905" sldId="262"/>
            <ac:spMk id="56" creationId="{93C59B8F-AEFF-4D3A-BA0E-3C43111987AE}"/>
          </ac:spMkLst>
        </pc:spChg>
        <pc:spChg chg="add del">
          <ac:chgData name="Marc von Gehlen" userId="ee9d88c3e5fd69be" providerId="LiveId" clId="{AA42381C-47C7-43DA-87AC-ED2F764F72C4}" dt="2020-01-28T19:18:25.963" v="3670" actId="26606"/>
          <ac:spMkLst>
            <pc:docMk/>
            <pc:sldMk cId="2737512905" sldId="262"/>
            <ac:spMk id="57" creationId="{E042CD37-C859-44CD-853E-5A3427DDB9C0}"/>
          </ac:spMkLst>
        </pc:spChg>
        <pc:spChg chg="add del">
          <ac:chgData name="Marc von Gehlen" userId="ee9d88c3e5fd69be" providerId="LiveId" clId="{AA42381C-47C7-43DA-87AC-ED2F764F72C4}" dt="2020-01-28T19:18:31.338" v="3672" actId="26606"/>
          <ac:spMkLst>
            <pc:docMk/>
            <pc:sldMk cId="2737512905" sldId="262"/>
            <ac:spMk id="59" creationId="{4E2ED6F9-63C3-4A8D-9BB4-1EA62533B672}"/>
          </ac:spMkLst>
        </pc:spChg>
        <pc:spChg chg="add del">
          <ac:chgData name="Marc von Gehlen" userId="ee9d88c3e5fd69be" providerId="LiveId" clId="{AA42381C-47C7-43DA-87AC-ED2F764F72C4}" dt="2020-01-28T19:18:31.338" v="3672" actId="26606"/>
          <ac:spMkLst>
            <pc:docMk/>
            <pc:sldMk cId="2737512905" sldId="262"/>
            <ac:spMk id="60" creationId="{6D72081E-AD41-4FBB-B02B-698A68DBCA5E}"/>
          </ac:spMkLst>
        </pc:spChg>
        <pc:spChg chg="add del">
          <ac:chgData name="Marc von Gehlen" userId="ee9d88c3e5fd69be" providerId="LiveId" clId="{AA42381C-47C7-43DA-87AC-ED2F764F72C4}" dt="2020-01-28T19:18:31.338" v="3672" actId="26606"/>
          <ac:spMkLst>
            <pc:docMk/>
            <pc:sldMk cId="2737512905" sldId="262"/>
            <ac:spMk id="61" creationId="{716248AD-805F-41BF-9B57-FC53E5B32F98}"/>
          </ac:spMkLst>
        </pc:spChg>
        <pc:spChg chg="add del">
          <ac:chgData name="Marc von Gehlen" userId="ee9d88c3e5fd69be" providerId="LiveId" clId="{AA42381C-47C7-43DA-87AC-ED2F764F72C4}" dt="2020-01-28T19:18:31.338" v="3672" actId="26606"/>
          <ac:spMkLst>
            <pc:docMk/>
            <pc:sldMk cId="2737512905" sldId="262"/>
            <ac:spMk id="62" creationId="{1F82758F-B2B3-4F0A-BB90-4BFFEDD166D6}"/>
          </ac:spMkLst>
        </pc:spChg>
        <pc:spChg chg="add del">
          <ac:chgData name="Marc von Gehlen" userId="ee9d88c3e5fd69be" providerId="LiveId" clId="{AA42381C-47C7-43DA-87AC-ED2F764F72C4}" dt="2020-01-28T19:18:34.272" v="3674" actId="26606"/>
          <ac:spMkLst>
            <pc:docMk/>
            <pc:sldMk cId="2737512905" sldId="262"/>
            <ac:spMk id="64" creationId="{4038CB10-1F5C-4D54-9DF7-12586DE5B007}"/>
          </ac:spMkLst>
        </pc:spChg>
        <pc:spChg chg="add del">
          <ac:chgData name="Marc von Gehlen" userId="ee9d88c3e5fd69be" providerId="LiveId" clId="{AA42381C-47C7-43DA-87AC-ED2F764F72C4}" dt="2020-01-28T19:18:34.272" v="3674" actId="26606"/>
          <ac:spMkLst>
            <pc:docMk/>
            <pc:sldMk cId="2737512905" sldId="262"/>
            <ac:spMk id="65" creationId="{73ED6512-6858-4552-B699-9A97FE9A4EA2}"/>
          </ac:spMkLst>
        </pc:spChg>
        <pc:grpChg chg="add del">
          <ac:chgData name="Marc von Gehlen" userId="ee9d88c3e5fd69be" providerId="LiveId" clId="{AA42381C-47C7-43DA-87AC-ED2F764F72C4}" dt="2020-01-28T19:18:23.033" v="3666" actId="26606"/>
          <ac:grpSpMkLst>
            <pc:docMk/>
            <pc:sldMk cId="2737512905" sldId="262"/>
            <ac:grpSpMk id="37" creationId="{D8E9CF54-0466-4261-9E62-0249E60E1886}"/>
          </ac:grpSpMkLst>
        </pc:grpChg>
        <pc:picChg chg="add del mod">
          <ac:chgData name="Marc von Gehlen" userId="ee9d88c3e5fd69be" providerId="LiveId" clId="{AA42381C-47C7-43DA-87AC-ED2F764F72C4}" dt="2020-01-28T19:02:27.787" v="3098"/>
          <ac:picMkLst>
            <pc:docMk/>
            <pc:sldMk cId="2737512905" sldId="262"/>
            <ac:picMk id="4" creationId="{23456C7E-6603-4C96-8F21-41E05162C5F7}"/>
          </ac:picMkLst>
        </pc:picChg>
        <pc:picChg chg="add mod">
          <ac:chgData name="Marc von Gehlen" userId="ee9d88c3e5fd69be" providerId="LiveId" clId="{AA42381C-47C7-43DA-87AC-ED2F764F72C4}" dt="2020-02-05T17:12:55.703" v="4955" actId="1076"/>
          <ac:picMkLst>
            <pc:docMk/>
            <pc:sldMk cId="2737512905" sldId="262"/>
            <ac:picMk id="6" creationId="{CFD23DD4-B056-4DCC-85DE-03E01EF04E97}"/>
          </ac:picMkLst>
        </pc:picChg>
        <pc:picChg chg="add mod ord">
          <ac:chgData name="Marc von Gehlen" userId="ee9d88c3e5fd69be" providerId="LiveId" clId="{AA42381C-47C7-43DA-87AC-ED2F764F72C4}" dt="2020-01-28T19:19:58.918" v="3692" actId="1076"/>
          <ac:picMkLst>
            <pc:docMk/>
            <pc:sldMk cId="2737512905" sldId="262"/>
            <ac:picMk id="9" creationId="{462DA445-35CE-435B-85B1-E0FAECAE23AD}"/>
          </ac:picMkLst>
        </pc:picChg>
        <pc:picChg chg="add del">
          <ac:chgData name="Marc von Gehlen" userId="ee9d88c3e5fd69be" providerId="LiveId" clId="{AA42381C-47C7-43DA-87AC-ED2F764F72C4}" dt="2020-01-28T19:18:18.358" v="3660" actId="26606"/>
          <ac:picMkLst>
            <pc:docMk/>
            <pc:sldMk cId="2737512905" sldId="262"/>
            <ac:picMk id="14" creationId="{EE09A529-E47C-4634-BB98-0A9526C372B4}"/>
          </ac:picMkLst>
        </pc:picChg>
        <pc:picChg chg="add del">
          <ac:chgData name="Marc von Gehlen" userId="ee9d88c3e5fd69be" providerId="LiveId" clId="{AA42381C-47C7-43DA-87AC-ED2F764F72C4}" dt="2020-01-28T19:18:20.264" v="3662" actId="26606"/>
          <ac:picMkLst>
            <pc:docMk/>
            <pc:sldMk cId="2737512905" sldId="262"/>
            <ac:picMk id="21" creationId="{49882614-11C4-4368-9534-6EBAC3488C70}"/>
          </ac:picMkLst>
        </pc:picChg>
        <pc:picChg chg="add del">
          <ac:chgData name="Marc von Gehlen" userId="ee9d88c3e5fd69be" providerId="LiveId" clId="{AA42381C-47C7-43DA-87AC-ED2F764F72C4}" dt="2020-01-28T19:18:25.963" v="3670" actId="26606"/>
          <ac:picMkLst>
            <pc:docMk/>
            <pc:sldMk cId="2737512905" sldId="262"/>
            <ac:picMk id="55" creationId="{49882614-11C4-4368-9534-6EBAC3488C70}"/>
          </ac:picMkLst>
        </pc:picChg>
        <pc:cxnChg chg="add del">
          <ac:chgData name="Marc von Gehlen" userId="ee9d88c3e5fd69be" providerId="LiveId" clId="{AA42381C-47C7-43DA-87AC-ED2F764F72C4}" dt="2020-01-28T19:18:21.636" v="3664" actId="26606"/>
          <ac:cxnSpMkLst>
            <pc:docMk/>
            <pc:sldMk cId="2737512905" sldId="262"/>
            <ac:cxnSpMk id="22" creationId="{25443840-A796-4C43-8DC1-1B738EFEC522}"/>
          </ac:cxnSpMkLst>
        </pc:cxnChg>
        <pc:cxnChg chg="add del">
          <ac:chgData name="Marc von Gehlen" userId="ee9d88c3e5fd69be" providerId="LiveId" clId="{AA42381C-47C7-43DA-87AC-ED2F764F72C4}" dt="2020-01-28T19:18:21.636" v="3664" actId="26606"/>
          <ac:cxnSpMkLst>
            <pc:docMk/>
            <pc:sldMk cId="2737512905" sldId="262"/>
            <ac:cxnSpMk id="27" creationId="{F085D7B9-E066-4923-8CB7-294BF306296A}"/>
          </ac:cxnSpMkLst>
        </pc:cxnChg>
      </pc:sldChg>
      <pc:sldChg chg="addSp delSp modSp add mod setBg modNotesTx">
        <pc:chgData name="Marc von Gehlen" userId="ee9d88c3e5fd69be" providerId="LiveId" clId="{AA42381C-47C7-43DA-87AC-ED2F764F72C4}" dt="2020-01-09T20:56:58.140" v="1714" actId="20577"/>
        <pc:sldMkLst>
          <pc:docMk/>
          <pc:sldMk cId="3871113730" sldId="263"/>
        </pc:sldMkLst>
        <pc:spChg chg="mod">
          <ac:chgData name="Marc von Gehlen" userId="ee9d88c3e5fd69be" providerId="LiveId" clId="{AA42381C-47C7-43DA-87AC-ED2F764F72C4}" dt="2020-01-09T20:49:32.079" v="1558" actId="26606"/>
          <ac:spMkLst>
            <pc:docMk/>
            <pc:sldMk cId="3871113730" sldId="263"/>
            <ac:spMk id="2" creationId="{8F786B19-27D3-41BB-902B-67EE1275D7DE}"/>
          </ac:spMkLst>
        </pc:spChg>
        <pc:spChg chg="mod">
          <ac:chgData name="Marc von Gehlen" userId="ee9d88c3e5fd69be" providerId="LiveId" clId="{AA42381C-47C7-43DA-87AC-ED2F764F72C4}" dt="2020-01-09T20:49:32.079" v="1558" actId="26606"/>
          <ac:spMkLst>
            <pc:docMk/>
            <pc:sldMk cId="3871113730" sldId="263"/>
            <ac:spMk id="3" creationId="{CD626AFB-FA8D-4677-A923-6653EC810CA7}"/>
          </ac:spMkLst>
        </pc:spChg>
        <pc:spChg chg="add del">
          <ac:chgData name="Marc von Gehlen" userId="ee9d88c3e5fd69be" providerId="LiveId" clId="{AA42381C-47C7-43DA-87AC-ED2F764F72C4}" dt="2020-01-09T20:49:21.934" v="1549" actId="26606"/>
          <ac:spMkLst>
            <pc:docMk/>
            <pc:sldMk cId="3871113730" sldId="263"/>
            <ac:spMk id="8" creationId="{91F32EBA-ED97-466E-8CFA-8382584155D0}"/>
          </ac:spMkLst>
        </pc:spChg>
        <pc:spChg chg="add del">
          <ac:chgData name="Marc von Gehlen" userId="ee9d88c3e5fd69be" providerId="LiveId" clId="{AA42381C-47C7-43DA-87AC-ED2F764F72C4}" dt="2020-01-09T20:49:21.934" v="1549" actId="26606"/>
          <ac:spMkLst>
            <pc:docMk/>
            <pc:sldMk cId="3871113730" sldId="263"/>
            <ac:spMk id="10" creationId="{62A38935-BB53-4DF7-A56E-48DD25B685D7}"/>
          </ac:spMkLst>
        </pc:spChg>
        <pc:spChg chg="add del">
          <ac:chgData name="Marc von Gehlen" userId="ee9d88c3e5fd69be" providerId="LiveId" clId="{AA42381C-47C7-43DA-87AC-ED2F764F72C4}" dt="2020-01-09T20:49:26.575" v="1551" actId="26606"/>
          <ac:spMkLst>
            <pc:docMk/>
            <pc:sldMk cId="3871113730" sldId="263"/>
            <ac:spMk id="12" creationId="{956571CF-1434-4180-A385-D4AC63B6269D}"/>
          </ac:spMkLst>
        </pc:spChg>
        <pc:spChg chg="add del">
          <ac:chgData name="Marc von Gehlen" userId="ee9d88c3e5fd69be" providerId="LiveId" clId="{AA42381C-47C7-43DA-87AC-ED2F764F72C4}" dt="2020-01-09T20:49:26.575" v="1551" actId="26606"/>
          <ac:spMkLst>
            <pc:docMk/>
            <pc:sldMk cId="3871113730" sldId="263"/>
            <ac:spMk id="13" creationId="{C4E4288A-DFC8-40A2-90E5-70E851A933AD}"/>
          </ac:spMkLst>
        </pc:spChg>
        <pc:spChg chg="add del">
          <ac:chgData name="Marc von Gehlen" userId="ee9d88c3e5fd69be" providerId="LiveId" clId="{AA42381C-47C7-43DA-87AC-ED2F764F72C4}" dt="2020-01-09T20:49:26.575" v="1551" actId="26606"/>
          <ac:spMkLst>
            <pc:docMk/>
            <pc:sldMk cId="3871113730" sldId="263"/>
            <ac:spMk id="14" creationId="{19D0EF7D-8D7F-4A18-A68B-92E2D448730D}"/>
          </ac:spMkLst>
        </pc:spChg>
        <pc:spChg chg="add del">
          <ac:chgData name="Marc von Gehlen" userId="ee9d88c3e5fd69be" providerId="LiveId" clId="{AA42381C-47C7-43DA-87AC-ED2F764F72C4}" dt="2020-01-09T20:49:26.575" v="1551" actId="26606"/>
          <ac:spMkLst>
            <pc:docMk/>
            <pc:sldMk cId="3871113730" sldId="263"/>
            <ac:spMk id="15" creationId="{9AD93FD3-7DF2-4DC8-BD55-8B2EB5F63F2A}"/>
          </ac:spMkLst>
        </pc:spChg>
        <pc:spChg chg="add del">
          <ac:chgData name="Marc von Gehlen" userId="ee9d88c3e5fd69be" providerId="LiveId" clId="{AA42381C-47C7-43DA-87AC-ED2F764F72C4}" dt="2020-01-09T20:49:29.476" v="1553" actId="26606"/>
          <ac:spMkLst>
            <pc:docMk/>
            <pc:sldMk cId="3871113730" sldId="263"/>
            <ac:spMk id="18" creationId="{7B786209-1B0B-4CA9-9BDD-F7327066A84D}"/>
          </ac:spMkLst>
        </pc:spChg>
        <pc:spChg chg="add del">
          <ac:chgData name="Marc von Gehlen" userId="ee9d88c3e5fd69be" providerId="LiveId" clId="{AA42381C-47C7-43DA-87AC-ED2F764F72C4}" dt="2020-01-09T20:49:29.476" v="1553" actId="26606"/>
          <ac:spMkLst>
            <pc:docMk/>
            <pc:sldMk cId="3871113730" sldId="263"/>
            <ac:spMk id="20" creationId="{2D2964BB-484D-45AE-AD66-D407D0629652}"/>
          </ac:spMkLst>
        </pc:spChg>
        <pc:spChg chg="add del">
          <ac:chgData name="Marc von Gehlen" userId="ee9d88c3e5fd69be" providerId="LiveId" clId="{AA42381C-47C7-43DA-87AC-ED2F764F72C4}" dt="2020-01-09T20:49:29.476" v="1553" actId="26606"/>
          <ac:spMkLst>
            <pc:docMk/>
            <pc:sldMk cId="3871113730" sldId="263"/>
            <ac:spMk id="21" creationId="{1709F1D5-B0F1-4714-A239-E5B61C161915}"/>
          </ac:spMkLst>
        </pc:spChg>
        <pc:spChg chg="add del">
          <ac:chgData name="Marc von Gehlen" userId="ee9d88c3e5fd69be" providerId="LiveId" clId="{AA42381C-47C7-43DA-87AC-ED2F764F72C4}" dt="2020-01-09T20:49:29.476" v="1553" actId="26606"/>
          <ac:spMkLst>
            <pc:docMk/>
            <pc:sldMk cId="3871113730" sldId="263"/>
            <ac:spMk id="22" creationId="{6691AC69-A76E-4DAB-B565-468B6B87ACF3}"/>
          </ac:spMkLst>
        </pc:spChg>
        <pc:spChg chg="add del">
          <ac:chgData name="Marc von Gehlen" userId="ee9d88c3e5fd69be" providerId="LiveId" clId="{AA42381C-47C7-43DA-87AC-ED2F764F72C4}" dt="2020-01-09T20:49:29.476" v="1553" actId="26606"/>
          <ac:spMkLst>
            <pc:docMk/>
            <pc:sldMk cId="3871113730" sldId="263"/>
            <ac:spMk id="23" creationId="{228FB460-D3FF-4440-A020-05982A09E517}"/>
          </ac:spMkLst>
        </pc:spChg>
        <pc:spChg chg="add del">
          <ac:chgData name="Marc von Gehlen" userId="ee9d88c3e5fd69be" providerId="LiveId" clId="{AA42381C-47C7-43DA-87AC-ED2F764F72C4}" dt="2020-01-09T20:49:29.476" v="1553" actId="26606"/>
          <ac:spMkLst>
            <pc:docMk/>
            <pc:sldMk cId="3871113730" sldId="263"/>
            <ac:spMk id="24" creationId="{14847E93-7DC1-4D4B-8829-B19AA7137C50}"/>
          </ac:spMkLst>
        </pc:spChg>
        <pc:spChg chg="add del">
          <ac:chgData name="Marc von Gehlen" userId="ee9d88c3e5fd69be" providerId="LiveId" clId="{AA42381C-47C7-43DA-87AC-ED2F764F72C4}" dt="2020-01-09T20:49:29.476" v="1553" actId="26606"/>
          <ac:spMkLst>
            <pc:docMk/>
            <pc:sldMk cId="3871113730" sldId="263"/>
            <ac:spMk id="25" creationId="{5566D6E1-03A1-4D73-A4E0-35D74D568A04}"/>
          </ac:spMkLst>
        </pc:spChg>
        <pc:spChg chg="add del">
          <ac:chgData name="Marc von Gehlen" userId="ee9d88c3e5fd69be" providerId="LiveId" clId="{AA42381C-47C7-43DA-87AC-ED2F764F72C4}" dt="2020-01-09T20:49:29.476" v="1553" actId="26606"/>
          <ac:spMkLst>
            <pc:docMk/>
            <pc:sldMk cId="3871113730" sldId="263"/>
            <ac:spMk id="26" creationId="{9F835A99-04AC-494A-A572-AFE8413CC938}"/>
          </ac:spMkLst>
        </pc:spChg>
        <pc:spChg chg="add del">
          <ac:chgData name="Marc von Gehlen" userId="ee9d88c3e5fd69be" providerId="LiveId" clId="{AA42381C-47C7-43DA-87AC-ED2F764F72C4}" dt="2020-01-09T20:49:31.201" v="1555" actId="26606"/>
          <ac:spMkLst>
            <pc:docMk/>
            <pc:sldMk cId="3871113730" sldId="263"/>
            <ac:spMk id="28" creationId="{33CD251C-A887-4D2F-925B-FC097198538B}"/>
          </ac:spMkLst>
        </pc:spChg>
        <pc:spChg chg="add del">
          <ac:chgData name="Marc von Gehlen" userId="ee9d88c3e5fd69be" providerId="LiveId" clId="{AA42381C-47C7-43DA-87AC-ED2F764F72C4}" dt="2020-01-09T20:49:31.201" v="1555" actId="26606"/>
          <ac:spMkLst>
            <pc:docMk/>
            <pc:sldMk cId="3871113730" sldId="263"/>
            <ac:spMk id="31" creationId="{662A3FAA-D056-4098-8115-EA61EAF068CF}"/>
          </ac:spMkLst>
        </pc:spChg>
        <pc:spChg chg="add del">
          <ac:chgData name="Marc von Gehlen" userId="ee9d88c3e5fd69be" providerId="LiveId" clId="{AA42381C-47C7-43DA-87AC-ED2F764F72C4}" dt="2020-01-09T20:49:32.060" v="1557" actId="26606"/>
          <ac:spMkLst>
            <pc:docMk/>
            <pc:sldMk cId="3871113730" sldId="263"/>
            <ac:spMk id="33" creationId="{CB8B6A13-85CA-4900-9C17-0B2EC7D655A5}"/>
          </ac:spMkLst>
        </pc:spChg>
        <pc:spChg chg="add">
          <ac:chgData name="Marc von Gehlen" userId="ee9d88c3e5fd69be" providerId="LiveId" clId="{AA42381C-47C7-43DA-87AC-ED2F764F72C4}" dt="2020-01-09T20:49:32.079" v="1558" actId="26606"/>
          <ac:spMkLst>
            <pc:docMk/>
            <pc:sldMk cId="3871113730" sldId="263"/>
            <ac:spMk id="39" creationId="{33CD251C-A887-4D2F-925B-FC097198538B}"/>
          </ac:spMkLst>
        </pc:spChg>
        <pc:spChg chg="add">
          <ac:chgData name="Marc von Gehlen" userId="ee9d88c3e5fd69be" providerId="LiveId" clId="{AA42381C-47C7-43DA-87AC-ED2F764F72C4}" dt="2020-01-09T20:49:32.079" v="1558" actId="26606"/>
          <ac:spMkLst>
            <pc:docMk/>
            <pc:sldMk cId="3871113730" sldId="263"/>
            <ac:spMk id="42" creationId="{662A3FAA-D056-4098-8115-EA61EAF068CF}"/>
          </ac:spMkLst>
        </pc:spChg>
        <pc:grpChg chg="add del">
          <ac:chgData name="Marc von Gehlen" userId="ee9d88c3e5fd69be" providerId="LiveId" clId="{AA42381C-47C7-43DA-87AC-ED2F764F72C4}" dt="2020-01-09T20:49:26.575" v="1551" actId="26606"/>
          <ac:grpSpMkLst>
            <pc:docMk/>
            <pc:sldMk cId="3871113730" sldId="263"/>
            <ac:grpSpMk id="16" creationId="{C770F868-28FE-4B38-8FC7-E9C841B837FA}"/>
          </ac:grpSpMkLst>
        </pc:grpChg>
        <pc:grpChg chg="add del">
          <ac:chgData name="Marc von Gehlen" userId="ee9d88c3e5fd69be" providerId="LiveId" clId="{AA42381C-47C7-43DA-87AC-ED2F764F72C4}" dt="2020-01-09T20:49:31.201" v="1555" actId="26606"/>
          <ac:grpSpMkLst>
            <pc:docMk/>
            <pc:sldMk cId="3871113730" sldId="263"/>
            <ac:grpSpMk id="29" creationId="{2C3846A5-A498-4C9E-B4DC-13532657D717}"/>
          </ac:grpSpMkLst>
        </pc:grpChg>
        <pc:grpChg chg="add del">
          <ac:chgData name="Marc von Gehlen" userId="ee9d88c3e5fd69be" providerId="LiveId" clId="{AA42381C-47C7-43DA-87AC-ED2F764F72C4}" dt="2020-01-09T20:49:32.060" v="1557" actId="26606"/>
          <ac:grpSpMkLst>
            <pc:docMk/>
            <pc:sldMk cId="3871113730" sldId="263"/>
            <ac:grpSpMk id="34" creationId="{8F3F9174-E2FD-4C98-B643-857596BA1AD0}"/>
          </ac:grpSpMkLst>
        </pc:grpChg>
        <pc:grpChg chg="add">
          <ac:chgData name="Marc von Gehlen" userId="ee9d88c3e5fd69be" providerId="LiveId" clId="{AA42381C-47C7-43DA-87AC-ED2F764F72C4}" dt="2020-01-09T20:49:32.079" v="1558" actId="26606"/>
          <ac:grpSpMkLst>
            <pc:docMk/>
            <pc:sldMk cId="3871113730" sldId="263"/>
            <ac:grpSpMk id="40" creationId="{2C3846A5-A498-4C9E-B4DC-13532657D717}"/>
          </ac:grpSpMkLst>
        </pc:grpChg>
      </pc:sldChg>
      <pc:sldChg chg="addSp delSp modSp add mod setBg modNotesTx">
        <pc:chgData name="Marc von Gehlen" userId="ee9d88c3e5fd69be" providerId="LiveId" clId="{AA42381C-47C7-43DA-87AC-ED2F764F72C4}" dt="2020-01-29T19:48:24.650" v="4863" actId="313"/>
        <pc:sldMkLst>
          <pc:docMk/>
          <pc:sldMk cId="1041686698" sldId="266"/>
        </pc:sldMkLst>
        <pc:spChg chg="mod">
          <ac:chgData name="Marc von Gehlen" userId="ee9d88c3e5fd69be" providerId="LiveId" clId="{AA42381C-47C7-43DA-87AC-ED2F764F72C4}" dt="2020-01-09T20:25:59.402" v="843" actId="26606"/>
          <ac:spMkLst>
            <pc:docMk/>
            <pc:sldMk cId="1041686698" sldId="266"/>
            <ac:spMk id="2" creationId="{169EF661-6DF5-4D06-81FF-3403A6920EE9}"/>
          </ac:spMkLst>
        </pc:spChg>
        <pc:spChg chg="add del mod">
          <ac:chgData name="Marc von Gehlen" userId="ee9d88c3e5fd69be" providerId="LiveId" clId="{AA42381C-47C7-43DA-87AC-ED2F764F72C4}" dt="2020-01-09T20:25:49.902" v="840" actId="26606"/>
          <ac:spMkLst>
            <pc:docMk/>
            <pc:sldMk cId="1041686698" sldId="266"/>
            <ac:spMk id="3" creationId="{AFA9DF11-561A-4D85-92F9-A3195B1E4BB3}"/>
          </ac:spMkLst>
        </pc:spChg>
        <pc:spChg chg="add del">
          <ac:chgData name="Marc von Gehlen" userId="ee9d88c3e5fd69be" providerId="LiveId" clId="{AA42381C-47C7-43DA-87AC-ED2F764F72C4}" dt="2020-01-09T20:25:26.048" v="833" actId="26606"/>
          <ac:spMkLst>
            <pc:docMk/>
            <pc:sldMk cId="1041686698" sldId="266"/>
            <ac:spMk id="8" creationId="{12FB12AE-71D1-47FD-9AC3-EE2C07424534}"/>
          </ac:spMkLst>
        </pc:spChg>
        <pc:spChg chg="add del">
          <ac:chgData name="Marc von Gehlen" userId="ee9d88c3e5fd69be" providerId="LiveId" clId="{AA42381C-47C7-43DA-87AC-ED2F764F72C4}" dt="2020-01-09T20:25:26.048" v="833" actId="26606"/>
          <ac:spMkLst>
            <pc:docMk/>
            <pc:sldMk cId="1041686698" sldId="266"/>
            <ac:spMk id="10" creationId="{64853C7E-3CBA-4464-865F-6044D94B1BE9}"/>
          </ac:spMkLst>
        </pc:spChg>
        <pc:spChg chg="add del">
          <ac:chgData name="Marc von Gehlen" userId="ee9d88c3e5fd69be" providerId="LiveId" clId="{AA42381C-47C7-43DA-87AC-ED2F764F72C4}" dt="2020-01-09T20:25:26.048" v="833" actId="26606"/>
          <ac:spMkLst>
            <pc:docMk/>
            <pc:sldMk cId="1041686698" sldId="266"/>
            <ac:spMk id="12" creationId="{55EFEC59-B929-4851-9DEF-9106F27979A9}"/>
          </ac:spMkLst>
        </pc:spChg>
        <pc:spChg chg="add del">
          <ac:chgData name="Marc von Gehlen" userId="ee9d88c3e5fd69be" providerId="LiveId" clId="{AA42381C-47C7-43DA-87AC-ED2F764F72C4}" dt="2020-01-09T20:25:26.048" v="833" actId="26606"/>
          <ac:spMkLst>
            <pc:docMk/>
            <pc:sldMk cId="1041686698" sldId="266"/>
            <ac:spMk id="14" creationId="{6C132392-D5FF-4588-8FA1-5BAD77BF6464}"/>
          </ac:spMkLst>
        </pc:spChg>
        <pc:spChg chg="add del">
          <ac:chgData name="Marc von Gehlen" userId="ee9d88c3e5fd69be" providerId="LiveId" clId="{AA42381C-47C7-43DA-87AC-ED2F764F72C4}" dt="2020-01-09T20:25:26.048" v="833" actId="26606"/>
          <ac:spMkLst>
            <pc:docMk/>
            <pc:sldMk cId="1041686698" sldId="266"/>
            <ac:spMk id="16" creationId="{C7EAC045-695C-4E73-9B7C-AFD6FB22DA20}"/>
          </ac:spMkLst>
        </pc:spChg>
        <pc:spChg chg="add del">
          <ac:chgData name="Marc von Gehlen" userId="ee9d88c3e5fd69be" providerId="LiveId" clId="{AA42381C-47C7-43DA-87AC-ED2F764F72C4}" dt="2020-01-09T20:25:26.048" v="833" actId="26606"/>
          <ac:spMkLst>
            <pc:docMk/>
            <pc:sldMk cId="1041686698" sldId="266"/>
            <ac:spMk id="18" creationId="{404A7A3A-BEAE-4BC6-A163-5D0E5F8C4669}"/>
          </ac:spMkLst>
        </pc:spChg>
        <pc:spChg chg="add del">
          <ac:chgData name="Marc von Gehlen" userId="ee9d88c3e5fd69be" providerId="LiveId" clId="{AA42381C-47C7-43DA-87AC-ED2F764F72C4}" dt="2020-01-09T20:25:26.048" v="833" actId="26606"/>
          <ac:spMkLst>
            <pc:docMk/>
            <pc:sldMk cId="1041686698" sldId="266"/>
            <ac:spMk id="20" creationId="{12ED3B7D-405D-4DFA-8608-B6DE7467183E}"/>
          </ac:spMkLst>
        </pc:spChg>
        <pc:spChg chg="add del">
          <ac:chgData name="Marc von Gehlen" userId="ee9d88c3e5fd69be" providerId="LiveId" clId="{AA42381C-47C7-43DA-87AC-ED2F764F72C4}" dt="2020-01-09T20:25:42.833" v="835" actId="26606"/>
          <ac:spMkLst>
            <pc:docMk/>
            <pc:sldMk cId="1041686698" sldId="266"/>
            <ac:spMk id="22" creationId="{4038CB10-1F5C-4D54-9DF7-12586DE5B007}"/>
          </ac:spMkLst>
        </pc:spChg>
        <pc:spChg chg="add del">
          <ac:chgData name="Marc von Gehlen" userId="ee9d88c3e5fd69be" providerId="LiveId" clId="{AA42381C-47C7-43DA-87AC-ED2F764F72C4}" dt="2020-01-09T20:25:42.833" v="835" actId="26606"/>
          <ac:spMkLst>
            <pc:docMk/>
            <pc:sldMk cId="1041686698" sldId="266"/>
            <ac:spMk id="23" creationId="{73ED6512-6858-4552-B699-9A97FE9A4EA2}"/>
          </ac:spMkLst>
        </pc:spChg>
        <pc:spChg chg="add del">
          <ac:chgData name="Marc von Gehlen" userId="ee9d88c3e5fd69be" providerId="LiveId" clId="{AA42381C-47C7-43DA-87AC-ED2F764F72C4}" dt="2020-01-09T20:25:43.339" v="837" actId="26606"/>
          <ac:spMkLst>
            <pc:docMk/>
            <pc:sldMk cId="1041686698" sldId="266"/>
            <ac:spMk id="25" creationId="{4038CB10-1F5C-4D54-9DF7-12586DE5B007}"/>
          </ac:spMkLst>
        </pc:spChg>
        <pc:spChg chg="add del">
          <ac:chgData name="Marc von Gehlen" userId="ee9d88c3e5fd69be" providerId="LiveId" clId="{AA42381C-47C7-43DA-87AC-ED2F764F72C4}" dt="2020-01-09T20:25:43.339" v="837" actId="26606"/>
          <ac:spMkLst>
            <pc:docMk/>
            <pc:sldMk cId="1041686698" sldId="266"/>
            <ac:spMk id="26" creationId="{73ED6512-6858-4552-B699-9A97FE9A4EA2}"/>
          </ac:spMkLst>
        </pc:spChg>
        <pc:spChg chg="add del">
          <ac:chgData name="Marc von Gehlen" userId="ee9d88c3e5fd69be" providerId="LiveId" clId="{AA42381C-47C7-43DA-87AC-ED2F764F72C4}" dt="2020-01-09T20:25:59.402" v="843" actId="26606"/>
          <ac:spMkLst>
            <pc:docMk/>
            <pc:sldMk cId="1041686698" sldId="266"/>
            <ac:spMk id="30" creationId="{46C2E80F-49A6-4372-B103-219D417A55ED}"/>
          </ac:spMkLst>
        </pc:spChg>
        <pc:spChg chg="add">
          <ac:chgData name="Marc von Gehlen" userId="ee9d88c3e5fd69be" providerId="LiveId" clId="{AA42381C-47C7-43DA-87AC-ED2F764F72C4}" dt="2020-01-09T20:25:59.402" v="843" actId="26606"/>
          <ac:spMkLst>
            <pc:docMk/>
            <pc:sldMk cId="1041686698" sldId="266"/>
            <ac:spMk id="36" creationId="{A5711A0E-A428-4ED1-96CB-33D69FD842E4}"/>
          </ac:spMkLst>
        </pc:spChg>
        <pc:graphicFrameChg chg="add del">
          <ac:chgData name="Marc von Gehlen" userId="ee9d88c3e5fd69be" providerId="LiveId" clId="{AA42381C-47C7-43DA-87AC-ED2F764F72C4}" dt="2020-01-09T20:25:43.339" v="837" actId="26606"/>
          <ac:graphicFrameMkLst>
            <pc:docMk/>
            <pc:sldMk cId="1041686698" sldId="266"/>
            <ac:graphicFrameMk id="5" creationId="{1A2D4C32-D344-45B6-AE34-4EB95C480AEE}"/>
          </ac:graphicFrameMkLst>
        </pc:graphicFrameChg>
        <pc:graphicFrameChg chg="add del">
          <ac:chgData name="Marc von Gehlen" userId="ee9d88c3e5fd69be" providerId="LiveId" clId="{AA42381C-47C7-43DA-87AC-ED2F764F72C4}" dt="2020-01-09T20:25:49.869" v="839" actId="26606"/>
          <ac:graphicFrameMkLst>
            <pc:docMk/>
            <pc:sldMk cId="1041686698" sldId="266"/>
            <ac:graphicFrameMk id="28" creationId="{52E0DED7-F3FE-4320-BC8C-AFF300487C94}"/>
          </ac:graphicFrameMkLst>
        </pc:graphicFrameChg>
        <pc:graphicFrameChg chg="add mod modGraphic">
          <ac:chgData name="Marc von Gehlen" userId="ee9d88c3e5fd69be" providerId="LiveId" clId="{AA42381C-47C7-43DA-87AC-ED2F764F72C4}" dt="2020-01-09T20:25:59.402" v="843" actId="26606"/>
          <ac:graphicFrameMkLst>
            <pc:docMk/>
            <pc:sldMk cId="1041686698" sldId="266"/>
            <ac:graphicFrameMk id="31" creationId="{461C5DD9-2813-492B-9E34-3FC7B943FE7F}"/>
          </ac:graphicFrameMkLst>
        </pc:graphicFrameChg>
      </pc:sldChg>
      <pc:sldChg chg="addSp delSp modSp add mod setBg modNotesTx">
        <pc:chgData name="Marc von Gehlen" userId="ee9d88c3e5fd69be" providerId="LiveId" clId="{AA42381C-47C7-43DA-87AC-ED2F764F72C4}" dt="2020-01-29T18:34:22.667" v="4099" actId="20577"/>
        <pc:sldMkLst>
          <pc:docMk/>
          <pc:sldMk cId="3573554956" sldId="267"/>
        </pc:sldMkLst>
        <pc:spChg chg="mod">
          <ac:chgData name="Marc von Gehlen" userId="ee9d88c3e5fd69be" providerId="LiveId" clId="{AA42381C-47C7-43DA-87AC-ED2F764F72C4}" dt="2020-01-09T20:21:05.826" v="796" actId="790"/>
          <ac:spMkLst>
            <pc:docMk/>
            <pc:sldMk cId="3573554956" sldId="267"/>
            <ac:spMk id="2" creationId="{561DBD91-0CEA-4A26-B0D5-EE9D5CFC6484}"/>
          </ac:spMkLst>
        </pc:spChg>
        <pc:spChg chg="del">
          <ac:chgData name="Marc von Gehlen" userId="ee9d88c3e5fd69be" providerId="LiveId" clId="{AA42381C-47C7-43DA-87AC-ED2F764F72C4}" dt="2020-01-09T20:19:44.681" v="789"/>
          <ac:spMkLst>
            <pc:docMk/>
            <pc:sldMk cId="3573554956" sldId="267"/>
            <ac:spMk id="3" creationId="{56E7248F-53D3-4C65-AA94-CB9730D4E212}"/>
          </ac:spMkLst>
        </pc:spChg>
        <pc:spChg chg="add del">
          <ac:chgData name="Marc von Gehlen" userId="ee9d88c3e5fd69be" providerId="LiveId" clId="{AA42381C-47C7-43DA-87AC-ED2F764F72C4}" dt="2020-01-09T20:20:11.539" v="792" actId="26606"/>
          <ac:spMkLst>
            <pc:docMk/>
            <pc:sldMk cId="3573554956" sldId="267"/>
            <ac:spMk id="7" creationId="{4830F173-D0DB-471D-8E15-E1E42EB2CD70}"/>
          </ac:spMkLst>
        </pc:spChg>
        <pc:spChg chg="add del">
          <ac:chgData name="Marc von Gehlen" userId="ee9d88c3e5fd69be" providerId="LiveId" clId="{AA42381C-47C7-43DA-87AC-ED2F764F72C4}" dt="2020-01-09T20:20:11.539" v="792" actId="26606"/>
          <ac:spMkLst>
            <pc:docMk/>
            <pc:sldMk cId="3573554956" sldId="267"/>
            <ac:spMk id="9" creationId="{F29E6BB5-B57D-4153-A522-A7F4D324AC79}"/>
          </ac:spMkLst>
        </pc:spChg>
        <pc:spChg chg="add del">
          <ac:chgData name="Marc von Gehlen" userId="ee9d88c3e5fd69be" providerId="LiveId" clId="{AA42381C-47C7-43DA-87AC-ED2F764F72C4}" dt="2020-01-09T20:20:11.539" v="792" actId="26606"/>
          <ac:spMkLst>
            <pc:docMk/>
            <pc:sldMk cId="3573554956" sldId="267"/>
            <ac:spMk id="11" creationId="{BD02B5A4-CB00-4A13-8163-C0349BDFC847}"/>
          </ac:spMkLst>
        </pc:spChg>
        <pc:spChg chg="add">
          <ac:chgData name="Marc von Gehlen" userId="ee9d88c3e5fd69be" providerId="LiveId" clId="{AA42381C-47C7-43DA-87AC-ED2F764F72C4}" dt="2020-01-09T20:20:11.560" v="793" actId="26606"/>
          <ac:spMkLst>
            <pc:docMk/>
            <pc:sldMk cId="3573554956" sldId="267"/>
            <ac:spMk id="34" creationId="{B9008973-65FB-40C1-893A-A58712593D72}"/>
          </ac:spMkLst>
        </pc:spChg>
        <pc:spChg chg="add">
          <ac:chgData name="Marc von Gehlen" userId="ee9d88c3e5fd69be" providerId="LiveId" clId="{AA42381C-47C7-43DA-87AC-ED2F764F72C4}" dt="2020-01-09T20:20:11.560" v="793" actId="26606"/>
          <ac:spMkLst>
            <pc:docMk/>
            <pc:sldMk cId="3573554956" sldId="267"/>
            <ac:spMk id="35" creationId="{2558829B-C7EF-4D51-94DF-A8B1A80C2665}"/>
          </ac:spMkLst>
        </pc:spChg>
        <pc:spChg chg="add">
          <ac:chgData name="Marc von Gehlen" userId="ee9d88c3e5fd69be" providerId="LiveId" clId="{AA42381C-47C7-43DA-87AC-ED2F764F72C4}" dt="2020-01-09T20:20:11.560" v="793" actId="26606"/>
          <ac:spMkLst>
            <pc:docMk/>
            <pc:sldMk cId="3573554956" sldId="267"/>
            <ac:spMk id="36" creationId="{090A6D10-3F68-4EAB-9085-93C36B5FCA59}"/>
          </ac:spMkLst>
        </pc:spChg>
        <pc:grpChg chg="add">
          <ac:chgData name="Marc von Gehlen" userId="ee9d88c3e5fd69be" providerId="LiveId" clId="{AA42381C-47C7-43DA-87AC-ED2F764F72C4}" dt="2020-01-09T20:20:11.560" v="793" actId="26606"/>
          <ac:grpSpMkLst>
            <pc:docMk/>
            <pc:sldMk cId="3573554956" sldId="267"/>
            <ac:grpSpMk id="37" creationId="{C38C6B01-5C30-47AE-94D3-B54B34D6880C}"/>
          </ac:grpSpMkLst>
        </pc:grpChg>
        <pc:cxnChg chg="add del">
          <ac:chgData name="Marc von Gehlen" userId="ee9d88c3e5fd69be" providerId="LiveId" clId="{AA42381C-47C7-43DA-87AC-ED2F764F72C4}" dt="2020-01-09T20:20:11.539" v="792" actId="26606"/>
          <ac:cxnSpMkLst>
            <pc:docMk/>
            <pc:sldMk cId="3573554956" sldId="267"/>
            <ac:cxnSpMk id="13" creationId="{7599B750-060C-4EC0-90F8-C9C6B4E7D64A}"/>
          </ac:cxnSpMkLst>
        </pc:cxnChg>
        <pc:cxnChg chg="add del">
          <ac:chgData name="Marc von Gehlen" userId="ee9d88c3e5fd69be" providerId="LiveId" clId="{AA42381C-47C7-43DA-87AC-ED2F764F72C4}" dt="2020-01-09T20:20:11.539" v="792" actId="26606"/>
          <ac:cxnSpMkLst>
            <pc:docMk/>
            <pc:sldMk cId="3573554956" sldId="267"/>
            <ac:cxnSpMk id="15" creationId="{8CFE3917-18BB-4E7E-B30D-344EBDFAB565}"/>
          </ac:cxnSpMkLst>
        </pc:cxnChg>
      </pc:sldChg>
      <pc:sldChg chg="modSp add modNotesTx">
        <pc:chgData name="Marc von Gehlen" userId="ee9d88c3e5fd69be" providerId="LiveId" clId="{AA42381C-47C7-43DA-87AC-ED2F764F72C4}" dt="2020-01-29T18:27:41.070" v="3794" actId="20577"/>
        <pc:sldMkLst>
          <pc:docMk/>
          <pc:sldMk cId="1464695753" sldId="268"/>
        </pc:sldMkLst>
        <pc:spChg chg="mod">
          <ac:chgData name="Marc von Gehlen" userId="ee9d88c3e5fd69be" providerId="LiveId" clId="{AA42381C-47C7-43DA-87AC-ED2F764F72C4}" dt="2020-01-09T20:09:55.322" v="475" actId="20577"/>
          <ac:spMkLst>
            <pc:docMk/>
            <pc:sldMk cId="1464695753" sldId="268"/>
            <ac:spMk id="2" creationId="{B7056319-C061-43DE-9C64-BC3D2D48C8F4}"/>
          </ac:spMkLst>
        </pc:spChg>
        <pc:spChg chg="mod">
          <ac:chgData name="Marc von Gehlen" userId="ee9d88c3e5fd69be" providerId="LiveId" clId="{AA42381C-47C7-43DA-87AC-ED2F764F72C4}" dt="2020-01-28T19:20:56.964" v="3707" actId="1076"/>
          <ac:spMkLst>
            <pc:docMk/>
            <pc:sldMk cId="1464695753" sldId="268"/>
            <ac:spMk id="4" creationId="{9DB79080-5B87-4F21-8A8C-0421B9AF9D19}"/>
          </ac:spMkLst>
        </pc:spChg>
      </pc:sldChg>
      <pc:sldChg chg="modSp add modNotesTx">
        <pc:chgData name="Marc von Gehlen" userId="ee9d88c3e5fd69be" providerId="LiveId" clId="{AA42381C-47C7-43DA-87AC-ED2F764F72C4}" dt="2020-01-29T18:27:54.114" v="3822" actId="20577"/>
        <pc:sldMkLst>
          <pc:docMk/>
          <pc:sldMk cId="4022071541" sldId="269"/>
        </pc:sldMkLst>
        <pc:spChg chg="mod">
          <ac:chgData name="Marc von Gehlen" userId="ee9d88c3e5fd69be" providerId="LiveId" clId="{AA42381C-47C7-43DA-87AC-ED2F764F72C4}" dt="2020-01-09T20:09:51.938" v="474" actId="20577"/>
          <ac:spMkLst>
            <pc:docMk/>
            <pc:sldMk cId="4022071541" sldId="269"/>
            <ac:spMk id="2" creationId="{CCEF0B92-2888-46A1-BBA8-753D3C3720D8}"/>
          </ac:spMkLst>
        </pc:spChg>
        <pc:spChg chg="mod">
          <ac:chgData name="Marc von Gehlen" userId="ee9d88c3e5fd69be" providerId="LiveId" clId="{AA42381C-47C7-43DA-87AC-ED2F764F72C4}" dt="2020-01-28T19:21:35.011" v="3733"/>
          <ac:spMkLst>
            <pc:docMk/>
            <pc:sldMk cId="4022071541" sldId="269"/>
            <ac:spMk id="3" creationId="{63474413-78D1-47B3-A918-35536892794B}"/>
          </ac:spMkLst>
        </pc:spChg>
      </pc:sldChg>
      <pc:sldChg chg="addSp delSp modSp add mod setBg delDesignElem">
        <pc:chgData name="Marc von Gehlen" userId="ee9d88c3e5fd69be" providerId="LiveId" clId="{AA42381C-47C7-43DA-87AC-ED2F764F72C4}" dt="2020-02-05T17:13:40.781" v="4957" actId="1076"/>
        <pc:sldMkLst>
          <pc:docMk/>
          <pc:sldMk cId="1912485461" sldId="270"/>
        </pc:sldMkLst>
        <pc:spChg chg="mod">
          <ac:chgData name="Marc von Gehlen" userId="ee9d88c3e5fd69be" providerId="LiveId" clId="{AA42381C-47C7-43DA-87AC-ED2F764F72C4}" dt="2020-02-02T10:55:32.363" v="4876" actId="1076"/>
          <ac:spMkLst>
            <pc:docMk/>
            <pc:sldMk cId="1912485461" sldId="270"/>
            <ac:spMk id="2" creationId="{D8D7FD16-1B39-4F17-AF38-6B5A701E3F52}"/>
          </ac:spMkLst>
        </pc:spChg>
        <pc:spChg chg="mod ord">
          <ac:chgData name="Marc von Gehlen" userId="ee9d88c3e5fd69be" providerId="LiveId" clId="{AA42381C-47C7-43DA-87AC-ED2F764F72C4}" dt="2020-02-02T10:55:32.653" v="4877" actId="20577"/>
          <ac:spMkLst>
            <pc:docMk/>
            <pc:sldMk cId="1912485461" sldId="270"/>
            <ac:spMk id="10" creationId="{F6C7FE42-50FD-4144-A4B0-E756CBCAEEF1}"/>
          </ac:spMkLst>
        </pc:spChg>
        <pc:spChg chg="del">
          <ac:chgData name="Marc von Gehlen" userId="ee9d88c3e5fd69be" providerId="LiveId" clId="{AA42381C-47C7-43DA-87AC-ED2F764F72C4}" dt="2020-01-09T20:38:27.937" v="1353"/>
          <ac:spMkLst>
            <pc:docMk/>
            <pc:sldMk cId="1912485461" sldId="270"/>
            <ac:spMk id="21" creationId="{59A309A7-1751-4ABE-A3C1-EEC40366AD89}"/>
          </ac:spMkLst>
        </pc:spChg>
        <pc:spChg chg="del">
          <ac:chgData name="Marc von Gehlen" userId="ee9d88c3e5fd69be" providerId="LiveId" clId="{AA42381C-47C7-43DA-87AC-ED2F764F72C4}" dt="2020-01-09T20:38:27.937" v="1353"/>
          <ac:spMkLst>
            <pc:docMk/>
            <pc:sldMk cId="1912485461" sldId="270"/>
            <ac:spMk id="22" creationId="{967D8EB6-EAE1-4F9C-B398-83321E287204}"/>
          </ac:spMkLst>
        </pc:spChg>
        <pc:spChg chg="add del">
          <ac:chgData name="Marc von Gehlen" userId="ee9d88c3e5fd69be" providerId="LiveId" clId="{AA42381C-47C7-43DA-87AC-ED2F764F72C4}" dt="2020-01-09T20:38:36.463" v="1356" actId="26606"/>
          <ac:spMkLst>
            <pc:docMk/>
            <pc:sldMk cId="1912485461" sldId="270"/>
            <ac:spMk id="28" creationId="{59A309A7-1751-4ABE-A3C1-EEC40366AD89}"/>
          </ac:spMkLst>
        </pc:spChg>
        <pc:spChg chg="add del">
          <ac:chgData name="Marc von Gehlen" userId="ee9d88c3e5fd69be" providerId="LiveId" clId="{AA42381C-47C7-43DA-87AC-ED2F764F72C4}" dt="2020-01-09T20:38:36.463" v="1356" actId="26606"/>
          <ac:spMkLst>
            <pc:docMk/>
            <pc:sldMk cId="1912485461" sldId="270"/>
            <ac:spMk id="30" creationId="{967D8EB6-EAE1-4F9C-B398-83321E287204}"/>
          </ac:spMkLst>
        </pc:spChg>
        <pc:spChg chg="add del">
          <ac:chgData name="Marc von Gehlen" userId="ee9d88c3e5fd69be" providerId="LiveId" clId="{AA42381C-47C7-43DA-87AC-ED2F764F72C4}" dt="2020-01-09T20:38:39.051" v="1358" actId="26606"/>
          <ac:spMkLst>
            <pc:docMk/>
            <pc:sldMk cId="1912485461" sldId="270"/>
            <ac:spMk id="32" creationId="{553093A2-BEA9-4055-96AA-C5DA22C2E986}"/>
          </ac:spMkLst>
        </pc:spChg>
        <pc:spChg chg="add del">
          <ac:chgData name="Marc von Gehlen" userId="ee9d88c3e5fd69be" providerId="LiveId" clId="{AA42381C-47C7-43DA-87AC-ED2F764F72C4}" dt="2020-01-09T20:38:39.051" v="1358" actId="26606"/>
          <ac:spMkLst>
            <pc:docMk/>
            <pc:sldMk cId="1912485461" sldId="270"/>
            <ac:spMk id="33" creationId="{73C994B4-9721-4148-9EEC-6793CECDE8DD}"/>
          </ac:spMkLst>
        </pc:spChg>
        <pc:spChg chg="add del">
          <ac:chgData name="Marc von Gehlen" userId="ee9d88c3e5fd69be" providerId="LiveId" clId="{AA42381C-47C7-43DA-87AC-ED2F764F72C4}" dt="2020-01-09T20:38:39.051" v="1358" actId="26606"/>
          <ac:spMkLst>
            <pc:docMk/>
            <pc:sldMk cId="1912485461" sldId="270"/>
            <ac:spMk id="34" creationId="{0888C27D-5B01-459C-AD27-511C9689F4F3}"/>
          </ac:spMkLst>
        </pc:spChg>
        <pc:spChg chg="add del">
          <ac:chgData name="Marc von Gehlen" userId="ee9d88c3e5fd69be" providerId="LiveId" clId="{AA42381C-47C7-43DA-87AC-ED2F764F72C4}" dt="2020-01-09T20:38:39.051" v="1358" actId="26606"/>
          <ac:spMkLst>
            <pc:docMk/>
            <pc:sldMk cId="1912485461" sldId="270"/>
            <ac:spMk id="35" creationId="{F9D95E49-763A-4886-B038-82F734740554}"/>
          </ac:spMkLst>
        </pc:spChg>
        <pc:spChg chg="add del">
          <ac:chgData name="Marc von Gehlen" userId="ee9d88c3e5fd69be" providerId="LiveId" clId="{AA42381C-47C7-43DA-87AC-ED2F764F72C4}" dt="2020-01-09T20:38:39.738" v="1360" actId="26606"/>
          <ac:spMkLst>
            <pc:docMk/>
            <pc:sldMk cId="1912485461" sldId="270"/>
            <ac:spMk id="40" creationId="{73C994B4-9721-4148-9EEC-6793CECDE8DD}"/>
          </ac:spMkLst>
        </pc:spChg>
        <pc:spChg chg="add del">
          <ac:chgData name="Marc von Gehlen" userId="ee9d88c3e5fd69be" providerId="LiveId" clId="{AA42381C-47C7-43DA-87AC-ED2F764F72C4}" dt="2020-01-09T20:38:39.738" v="1360" actId="26606"/>
          <ac:spMkLst>
            <pc:docMk/>
            <pc:sldMk cId="1912485461" sldId="270"/>
            <ac:spMk id="41" creationId="{F9D95E49-763A-4886-B038-82F734740554}"/>
          </ac:spMkLst>
        </pc:spChg>
        <pc:spChg chg="add del">
          <ac:chgData name="Marc von Gehlen" userId="ee9d88c3e5fd69be" providerId="LiveId" clId="{AA42381C-47C7-43DA-87AC-ED2F764F72C4}" dt="2020-01-09T20:38:39.738" v="1360" actId="26606"/>
          <ac:spMkLst>
            <pc:docMk/>
            <pc:sldMk cId="1912485461" sldId="270"/>
            <ac:spMk id="42" creationId="{553093A2-BEA9-4055-96AA-C5DA22C2E986}"/>
          </ac:spMkLst>
        </pc:spChg>
        <pc:spChg chg="add del">
          <ac:chgData name="Marc von Gehlen" userId="ee9d88c3e5fd69be" providerId="LiveId" clId="{AA42381C-47C7-43DA-87AC-ED2F764F72C4}" dt="2020-01-09T20:38:39.738" v="1360" actId="26606"/>
          <ac:spMkLst>
            <pc:docMk/>
            <pc:sldMk cId="1912485461" sldId="270"/>
            <ac:spMk id="43" creationId="{0888C27D-5B01-459C-AD27-511C9689F4F3}"/>
          </ac:spMkLst>
        </pc:spChg>
        <pc:spChg chg="add del">
          <ac:chgData name="Marc von Gehlen" userId="ee9d88c3e5fd69be" providerId="LiveId" clId="{AA42381C-47C7-43DA-87AC-ED2F764F72C4}" dt="2020-01-09T20:38:40.328" v="1362" actId="26606"/>
          <ac:spMkLst>
            <pc:docMk/>
            <pc:sldMk cId="1912485461" sldId="270"/>
            <ac:spMk id="47" creationId="{73C994B4-9721-4148-9EEC-6793CECDE8DD}"/>
          </ac:spMkLst>
        </pc:spChg>
        <pc:spChg chg="add del">
          <ac:chgData name="Marc von Gehlen" userId="ee9d88c3e5fd69be" providerId="LiveId" clId="{AA42381C-47C7-43DA-87AC-ED2F764F72C4}" dt="2020-01-09T20:38:40.328" v="1362" actId="26606"/>
          <ac:spMkLst>
            <pc:docMk/>
            <pc:sldMk cId="1912485461" sldId="270"/>
            <ac:spMk id="48" creationId="{F9D95E49-763A-4886-B038-82F734740554}"/>
          </ac:spMkLst>
        </pc:spChg>
        <pc:spChg chg="add del">
          <ac:chgData name="Marc von Gehlen" userId="ee9d88c3e5fd69be" providerId="LiveId" clId="{AA42381C-47C7-43DA-87AC-ED2F764F72C4}" dt="2020-01-09T20:38:40.328" v="1362" actId="26606"/>
          <ac:spMkLst>
            <pc:docMk/>
            <pc:sldMk cId="1912485461" sldId="270"/>
            <ac:spMk id="49" creationId="{0E204F28-F6AA-43FB-8D03-0EC15B75DE4E}"/>
          </ac:spMkLst>
        </pc:spChg>
        <pc:spChg chg="add del">
          <ac:chgData name="Marc von Gehlen" userId="ee9d88c3e5fd69be" providerId="LiveId" clId="{AA42381C-47C7-43DA-87AC-ED2F764F72C4}" dt="2020-01-09T20:38:40.328" v="1362" actId="26606"/>
          <ac:spMkLst>
            <pc:docMk/>
            <pc:sldMk cId="1912485461" sldId="270"/>
            <ac:spMk id="50" creationId="{2C8ABDC5-2AC0-4E31-8744-FACDC1B33C1D}"/>
          </ac:spMkLst>
        </pc:spChg>
        <pc:spChg chg="add del">
          <ac:chgData name="Marc von Gehlen" userId="ee9d88c3e5fd69be" providerId="LiveId" clId="{AA42381C-47C7-43DA-87AC-ED2F764F72C4}" dt="2020-01-09T20:38:41.517" v="1364" actId="26606"/>
          <ac:spMkLst>
            <pc:docMk/>
            <pc:sldMk cId="1912485461" sldId="270"/>
            <ac:spMk id="54" creationId="{73C994B4-9721-4148-9EEC-6793CECDE8DD}"/>
          </ac:spMkLst>
        </pc:spChg>
        <pc:spChg chg="add del">
          <ac:chgData name="Marc von Gehlen" userId="ee9d88c3e5fd69be" providerId="LiveId" clId="{AA42381C-47C7-43DA-87AC-ED2F764F72C4}" dt="2020-01-09T20:38:41.517" v="1364" actId="26606"/>
          <ac:spMkLst>
            <pc:docMk/>
            <pc:sldMk cId="1912485461" sldId="270"/>
            <ac:spMk id="55" creationId="{F9D95E49-763A-4886-B038-82F734740554}"/>
          </ac:spMkLst>
        </pc:spChg>
        <pc:spChg chg="add del">
          <ac:chgData name="Marc von Gehlen" userId="ee9d88c3e5fd69be" providerId="LiveId" clId="{AA42381C-47C7-43DA-87AC-ED2F764F72C4}" dt="2020-01-09T20:38:41.517" v="1364" actId="26606"/>
          <ac:spMkLst>
            <pc:docMk/>
            <pc:sldMk cId="1912485461" sldId="270"/>
            <ac:spMk id="56" creationId="{553093A2-BEA9-4055-96AA-C5DA22C2E986}"/>
          </ac:spMkLst>
        </pc:spChg>
        <pc:spChg chg="add del">
          <ac:chgData name="Marc von Gehlen" userId="ee9d88c3e5fd69be" providerId="LiveId" clId="{AA42381C-47C7-43DA-87AC-ED2F764F72C4}" dt="2020-01-09T20:38:41.517" v="1364" actId="26606"/>
          <ac:spMkLst>
            <pc:docMk/>
            <pc:sldMk cId="1912485461" sldId="270"/>
            <ac:spMk id="57" creationId="{0888C27D-5B01-459C-AD27-511C9689F4F3}"/>
          </ac:spMkLst>
        </pc:spChg>
        <pc:spChg chg="add del">
          <ac:chgData name="Marc von Gehlen" userId="ee9d88c3e5fd69be" providerId="LiveId" clId="{AA42381C-47C7-43DA-87AC-ED2F764F72C4}" dt="2020-01-09T20:38:43.144" v="1368" actId="26606"/>
          <ac:spMkLst>
            <pc:docMk/>
            <pc:sldMk cId="1912485461" sldId="270"/>
            <ac:spMk id="63" creationId="{329F8FC7-A92A-4D09-8684-2880FA0C628A}"/>
          </ac:spMkLst>
        </pc:spChg>
        <pc:spChg chg="add del">
          <ac:chgData name="Marc von Gehlen" userId="ee9d88c3e5fd69be" providerId="LiveId" clId="{AA42381C-47C7-43DA-87AC-ED2F764F72C4}" dt="2020-01-09T20:38:43.144" v="1368" actId="26606"/>
          <ac:spMkLst>
            <pc:docMk/>
            <pc:sldMk cId="1912485461" sldId="270"/>
            <ac:spMk id="64" creationId="{3A986DBA-4FD8-4B89-A9BF-7C48CF6FC6A5}"/>
          </ac:spMkLst>
        </pc:spChg>
        <pc:spChg chg="add del">
          <ac:chgData name="Marc von Gehlen" userId="ee9d88c3e5fd69be" providerId="LiveId" clId="{AA42381C-47C7-43DA-87AC-ED2F764F72C4}" dt="2020-01-09T20:38:43.144" v="1368" actId="26606"/>
          <ac:spMkLst>
            <pc:docMk/>
            <pc:sldMk cId="1912485461" sldId="270"/>
            <ac:spMk id="65" creationId="{1B1D5FEA-68B6-42E9-B5EF-BE99C248A330}"/>
          </ac:spMkLst>
        </pc:spChg>
        <pc:spChg chg="add del">
          <ac:chgData name="Marc von Gehlen" userId="ee9d88c3e5fd69be" providerId="LiveId" clId="{AA42381C-47C7-43DA-87AC-ED2F764F72C4}" dt="2020-01-09T20:38:44.065" v="1370" actId="26606"/>
          <ac:spMkLst>
            <pc:docMk/>
            <pc:sldMk cId="1912485461" sldId="270"/>
            <ac:spMk id="67" creationId="{DAE20764-2125-4DD4-9362-53F6EC2FC540}"/>
          </ac:spMkLst>
        </pc:spChg>
        <pc:spChg chg="add del">
          <ac:chgData name="Marc von Gehlen" userId="ee9d88c3e5fd69be" providerId="LiveId" clId="{AA42381C-47C7-43DA-87AC-ED2F764F72C4}" dt="2020-01-09T20:38:44.065" v="1370" actId="26606"/>
          <ac:spMkLst>
            <pc:docMk/>
            <pc:sldMk cId="1912485461" sldId="270"/>
            <ac:spMk id="68" creationId="{BBADAF25-3032-445C-AD1D-2058831DE092}"/>
          </ac:spMkLst>
        </pc:spChg>
        <pc:spChg chg="add del">
          <ac:chgData name="Marc von Gehlen" userId="ee9d88c3e5fd69be" providerId="LiveId" clId="{AA42381C-47C7-43DA-87AC-ED2F764F72C4}" dt="2020-01-09T20:38:44.065" v="1370" actId="26606"/>
          <ac:spMkLst>
            <pc:docMk/>
            <pc:sldMk cId="1912485461" sldId="270"/>
            <ac:spMk id="69" creationId="{CD84038B-4A56-439B-A184-79B2D4506692}"/>
          </ac:spMkLst>
        </pc:spChg>
        <pc:spChg chg="add del">
          <ac:chgData name="Marc von Gehlen" userId="ee9d88c3e5fd69be" providerId="LiveId" clId="{AA42381C-47C7-43DA-87AC-ED2F764F72C4}" dt="2020-01-09T20:38:46.269" v="1372" actId="26606"/>
          <ac:spMkLst>
            <pc:docMk/>
            <pc:sldMk cId="1912485461" sldId="270"/>
            <ac:spMk id="71" creationId="{2B566528-1B12-4246-9431-5C2D7D081168}"/>
          </ac:spMkLst>
        </pc:spChg>
        <pc:spChg chg="add del">
          <ac:chgData name="Marc von Gehlen" userId="ee9d88c3e5fd69be" providerId="LiveId" clId="{AA42381C-47C7-43DA-87AC-ED2F764F72C4}" dt="2020-01-09T20:38:46.269" v="1372" actId="26606"/>
          <ac:spMkLst>
            <pc:docMk/>
            <pc:sldMk cId="1912485461" sldId="270"/>
            <ac:spMk id="72" creationId="{D3F51FEB-38FB-4F6C-9F7B-2F2AFAB65463}"/>
          </ac:spMkLst>
        </pc:spChg>
        <pc:spChg chg="add del">
          <ac:chgData name="Marc von Gehlen" userId="ee9d88c3e5fd69be" providerId="LiveId" clId="{AA42381C-47C7-43DA-87AC-ED2F764F72C4}" dt="2020-01-09T20:38:46.269" v="1372" actId="26606"/>
          <ac:spMkLst>
            <pc:docMk/>
            <pc:sldMk cId="1912485461" sldId="270"/>
            <ac:spMk id="73" creationId="{1E547BA6-BAE0-43BB-A7CA-60F69CE252F0}"/>
          </ac:spMkLst>
        </pc:spChg>
        <pc:spChg chg="add del">
          <ac:chgData name="Marc von Gehlen" userId="ee9d88c3e5fd69be" providerId="LiveId" clId="{AA42381C-47C7-43DA-87AC-ED2F764F72C4}" dt="2020-01-09T20:38:46.659" v="1374" actId="26606"/>
          <ac:spMkLst>
            <pc:docMk/>
            <pc:sldMk cId="1912485461" sldId="270"/>
            <ac:spMk id="78" creationId="{59A309A7-1751-4ABE-A3C1-EEC40366AD89}"/>
          </ac:spMkLst>
        </pc:spChg>
        <pc:spChg chg="add del">
          <ac:chgData name="Marc von Gehlen" userId="ee9d88c3e5fd69be" providerId="LiveId" clId="{AA42381C-47C7-43DA-87AC-ED2F764F72C4}" dt="2020-01-09T20:38:46.659" v="1374" actId="26606"/>
          <ac:spMkLst>
            <pc:docMk/>
            <pc:sldMk cId="1912485461" sldId="270"/>
            <ac:spMk id="79" creationId="{967D8EB6-EAE1-4F9C-B398-83321E287204}"/>
          </ac:spMkLst>
        </pc:spChg>
        <pc:spChg chg="add del">
          <ac:chgData name="Marc von Gehlen" userId="ee9d88c3e5fd69be" providerId="LiveId" clId="{AA42381C-47C7-43DA-87AC-ED2F764F72C4}" dt="2020-01-09T20:38:49.111" v="1376" actId="26606"/>
          <ac:spMkLst>
            <pc:docMk/>
            <pc:sldMk cId="1912485461" sldId="270"/>
            <ac:spMk id="81" creationId="{91F32EBA-ED97-466E-8CFA-8382584155D0}"/>
          </ac:spMkLst>
        </pc:spChg>
        <pc:spChg chg="add del">
          <ac:chgData name="Marc von Gehlen" userId="ee9d88c3e5fd69be" providerId="LiveId" clId="{AA42381C-47C7-43DA-87AC-ED2F764F72C4}" dt="2020-01-09T20:38:49.111" v="1376" actId="26606"/>
          <ac:spMkLst>
            <pc:docMk/>
            <pc:sldMk cId="1912485461" sldId="270"/>
            <ac:spMk id="82" creationId="{62A38935-BB53-4DF7-A56E-48DD25B685D7}"/>
          </ac:spMkLst>
        </pc:spChg>
        <pc:spChg chg="add del">
          <ac:chgData name="Marc von Gehlen" userId="ee9d88c3e5fd69be" providerId="LiveId" clId="{AA42381C-47C7-43DA-87AC-ED2F764F72C4}" dt="2020-01-09T20:38:49.689" v="1378" actId="26606"/>
          <ac:spMkLst>
            <pc:docMk/>
            <pc:sldMk cId="1912485461" sldId="270"/>
            <ac:spMk id="84" creationId="{2B566528-1B12-4246-9431-5C2D7D081168}"/>
          </ac:spMkLst>
        </pc:spChg>
        <pc:spChg chg="add">
          <ac:chgData name="Marc von Gehlen" userId="ee9d88c3e5fd69be" providerId="LiveId" clId="{AA42381C-47C7-43DA-87AC-ED2F764F72C4}" dt="2020-01-09T20:38:49.704" v="1379" actId="26606"/>
          <ac:spMkLst>
            <pc:docMk/>
            <pc:sldMk cId="1912485461" sldId="270"/>
            <ac:spMk id="91" creationId="{91F32EBA-ED97-466E-8CFA-8382584155D0}"/>
          </ac:spMkLst>
        </pc:spChg>
        <pc:spChg chg="add">
          <ac:chgData name="Marc von Gehlen" userId="ee9d88c3e5fd69be" providerId="LiveId" clId="{AA42381C-47C7-43DA-87AC-ED2F764F72C4}" dt="2020-01-09T20:38:49.704" v="1379" actId="26606"/>
          <ac:spMkLst>
            <pc:docMk/>
            <pc:sldMk cId="1912485461" sldId="270"/>
            <ac:spMk id="92" creationId="{62A38935-BB53-4DF7-A56E-48DD25B685D7}"/>
          </ac:spMkLst>
        </pc:spChg>
        <pc:grpChg chg="add del">
          <ac:chgData name="Marc von Gehlen" userId="ee9d88c3e5fd69be" providerId="LiveId" clId="{AA42381C-47C7-43DA-87AC-ED2F764F72C4}" dt="2020-01-09T20:38:46.269" v="1372" actId="26606"/>
          <ac:grpSpMkLst>
            <pc:docMk/>
            <pc:sldMk cId="1912485461" sldId="270"/>
            <ac:grpSpMk id="74" creationId="{912209CB-3E4C-43AE-B507-08269FAE89F5}"/>
          </ac:grpSpMkLst>
        </pc:grpChg>
        <pc:grpChg chg="add del">
          <ac:chgData name="Marc von Gehlen" userId="ee9d88c3e5fd69be" providerId="LiveId" clId="{AA42381C-47C7-43DA-87AC-ED2F764F72C4}" dt="2020-01-09T20:38:49.689" v="1378" actId="26606"/>
          <ac:grpSpMkLst>
            <pc:docMk/>
            <pc:sldMk cId="1912485461" sldId="270"/>
            <ac:grpSpMk id="85" creationId="{FA366754-A2F4-475B-8217-AB06F5F15F36}"/>
          </ac:grpSpMkLst>
        </pc:grpChg>
        <pc:grpChg chg="add del">
          <ac:chgData name="Marc von Gehlen" userId="ee9d88c3e5fd69be" providerId="LiveId" clId="{AA42381C-47C7-43DA-87AC-ED2F764F72C4}" dt="2020-01-09T20:38:49.689" v="1378" actId="26606"/>
          <ac:grpSpMkLst>
            <pc:docMk/>
            <pc:sldMk cId="1912485461" sldId="270"/>
            <ac:grpSpMk id="87" creationId="{828A5161-06F1-46CF-8AD7-844680A59E13}"/>
          </ac:grpSpMkLst>
        </pc:grpChg>
        <pc:picChg chg="mod">
          <ac:chgData name="Marc von Gehlen" userId="ee9d88c3e5fd69be" providerId="LiveId" clId="{AA42381C-47C7-43DA-87AC-ED2F764F72C4}" dt="2020-02-05T17:13:40.781" v="4957" actId="1076"/>
          <ac:picMkLst>
            <pc:docMk/>
            <pc:sldMk cId="1912485461" sldId="270"/>
            <ac:picMk id="23" creationId="{8101BECB-427D-42AE-9283-9F66C3F67EB0}"/>
          </ac:picMkLst>
        </pc:picChg>
        <pc:cxnChg chg="add del">
          <ac:chgData name="Marc von Gehlen" userId="ee9d88c3e5fd69be" providerId="LiveId" clId="{AA42381C-47C7-43DA-87AC-ED2F764F72C4}" dt="2020-01-09T20:38:39.051" v="1358" actId="26606"/>
          <ac:cxnSpMkLst>
            <pc:docMk/>
            <pc:sldMk cId="1912485461" sldId="270"/>
            <ac:cxnSpMk id="36" creationId="{F085D7B9-E066-4923-8CB7-294BF306296A}"/>
          </ac:cxnSpMkLst>
        </pc:cxnChg>
        <pc:cxnChg chg="add del">
          <ac:chgData name="Marc von Gehlen" userId="ee9d88c3e5fd69be" providerId="LiveId" clId="{AA42381C-47C7-43DA-87AC-ED2F764F72C4}" dt="2020-01-09T20:38:39.051" v="1358" actId="26606"/>
          <ac:cxnSpMkLst>
            <pc:docMk/>
            <pc:sldMk cId="1912485461" sldId="270"/>
            <ac:cxnSpMk id="38" creationId="{CD26AABC-6374-4688-B11E-41EEBF4E4C81}"/>
          </ac:cxnSpMkLst>
        </pc:cxnChg>
        <pc:cxnChg chg="add del">
          <ac:chgData name="Marc von Gehlen" userId="ee9d88c3e5fd69be" providerId="LiveId" clId="{AA42381C-47C7-43DA-87AC-ED2F764F72C4}" dt="2020-01-09T20:38:39.738" v="1360" actId="26606"/>
          <ac:cxnSpMkLst>
            <pc:docMk/>
            <pc:sldMk cId="1912485461" sldId="270"/>
            <ac:cxnSpMk id="44" creationId="{F085D7B9-E066-4923-8CB7-294BF306296A}"/>
          </ac:cxnSpMkLst>
        </pc:cxnChg>
        <pc:cxnChg chg="add del">
          <ac:chgData name="Marc von Gehlen" userId="ee9d88c3e5fd69be" providerId="LiveId" clId="{AA42381C-47C7-43DA-87AC-ED2F764F72C4}" dt="2020-01-09T20:38:39.738" v="1360" actId="26606"/>
          <ac:cxnSpMkLst>
            <pc:docMk/>
            <pc:sldMk cId="1912485461" sldId="270"/>
            <ac:cxnSpMk id="45" creationId="{51C8C1B1-1BAD-4578-A0B2-9EBF8D69A93F}"/>
          </ac:cxnSpMkLst>
        </pc:cxnChg>
        <pc:cxnChg chg="add del">
          <ac:chgData name="Marc von Gehlen" userId="ee9d88c3e5fd69be" providerId="LiveId" clId="{AA42381C-47C7-43DA-87AC-ED2F764F72C4}" dt="2020-01-09T20:38:40.328" v="1362" actId="26606"/>
          <ac:cxnSpMkLst>
            <pc:docMk/>
            <pc:sldMk cId="1912485461" sldId="270"/>
            <ac:cxnSpMk id="51" creationId="{F085D7B9-E066-4923-8CB7-294BF306296A}"/>
          </ac:cxnSpMkLst>
        </pc:cxnChg>
        <pc:cxnChg chg="add del">
          <ac:chgData name="Marc von Gehlen" userId="ee9d88c3e5fd69be" providerId="LiveId" clId="{AA42381C-47C7-43DA-87AC-ED2F764F72C4}" dt="2020-01-09T20:38:40.328" v="1362" actId="26606"/>
          <ac:cxnSpMkLst>
            <pc:docMk/>
            <pc:sldMk cId="1912485461" sldId="270"/>
            <ac:cxnSpMk id="52" creationId="{A6CBE437-BB9C-4A38-9E6D-D251449E801D}"/>
          </ac:cxnSpMkLst>
        </pc:cxnChg>
        <pc:cxnChg chg="add del">
          <ac:chgData name="Marc von Gehlen" userId="ee9d88c3e5fd69be" providerId="LiveId" clId="{AA42381C-47C7-43DA-87AC-ED2F764F72C4}" dt="2020-01-09T20:38:41.517" v="1364" actId="26606"/>
          <ac:cxnSpMkLst>
            <pc:docMk/>
            <pc:sldMk cId="1912485461" sldId="270"/>
            <ac:cxnSpMk id="58" creationId="{F085D7B9-E066-4923-8CB7-294BF306296A}"/>
          </ac:cxnSpMkLst>
        </pc:cxnChg>
        <pc:cxnChg chg="add del">
          <ac:chgData name="Marc von Gehlen" userId="ee9d88c3e5fd69be" providerId="LiveId" clId="{AA42381C-47C7-43DA-87AC-ED2F764F72C4}" dt="2020-01-09T20:38:41.517" v="1364" actId="26606"/>
          <ac:cxnSpMkLst>
            <pc:docMk/>
            <pc:sldMk cId="1912485461" sldId="270"/>
            <ac:cxnSpMk id="59" creationId="{CD26AABC-6374-4688-B11E-41EEBF4E4C81}"/>
          </ac:cxnSpMkLst>
        </pc:cxnChg>
        <pc:cxnChg chg="add del">
          <ac:chgData name="Marc von Gehlen" userId="ee9d88c3e5fd69be" providerId="LiveId" clId="{AA42381C-47C7-43DA-87AC-ED2F764F72C4}" dt="2020-01-09T20:38:42.076" v="1366" actId="26606"/>
          <ac:cxnSpMkLst>
            <pc:docMk/>
            <pc:sldMk cId="1912485461" sldId="270"/>
            <ac:cxnSpMk id="61" creationId="{39B7FDC9-F0CE-43A7-9F2A-83DD09DC3453}"/>
          </ac:cxnSpMkLst>
        </pc:cxnChg>
      </pc:sldChg>
      <pc:sldChg chg="addSp delSp modSp modNotesTx">
        <pc:chgData name="Marc von Gehlen" userId="ee9d88c3e5fd69be" providerId="LiveId" clId="{AA42381C-47C7-43DA-87AC-ED2F764F72C4}" dt="2020-02-05T17:16:13.307" v="4970" actId="1076"/>
        <pc:sldMkLst>
          <pc:docMk/>
          <pc:sldMk cId="1116580819" sldId="271"/>
        </pc:sldMkLst>
        <pc:spChg chg="mod">
          <ac:chgData name="Marc von Gehlen" userId="ee9d88c3e5fd69be" providerId="LiveId" clId="{AA42381C-47C7-43DA-87AC-ED2F764F72C4}" dt="2020-02-02T10:20:41.562" v="4871" actId="20577"/>
          <ac:spMkLst>
            <pc:docMk/>
            <pc:sldMk cId="1116580819" sldId="271"/>
            <ac:spMk id="3" creationId="{26A624AE-C22F-4C14-9CD8-8C4449D307B2}"/>
          </ac:spMkLst>
        </pc:spChg>
        <pc:spChg chg="add mod">
          <ac:chgData name="Marc von Gehlen" userId="ee9d88c3e5fd69be" providerId="LiveId" clId="{AA42381C-47C7-43DA-87AC-ED2F764F72C4}" dt="2020-02-05T17:15:56.989" v="4969" actId="1076"/>
          <ac:spMkLst>
            <pc:docMk/>
            <pc:sldMk cId="1116580819" sldId="271"/>
            <ac:spMk id="6" creationId="{BA82899C-7A04-454C-8B24-DEE74E180B5E}"/>
          </ac:spMkLst>
        </pc:spChg>
        <pc:picChg chg="add mod">
          <ac:chgData name="Marc von Gehlen" userId="ee9d88c3e5fd69be" providerId="LiveId" clId="{AA42381C-47C7-43DA-87AC-ED2F764F72C4}" dt="2020-02-05T17:16:13.307" v="4970" actId="1076"/>
          <ac:picMkLst>
            <pc:docMk/>
            <pc:sldMk cId="1116580819" sldId="271"/>
            <ac:picMk id="5" creationId="{6EC2414C-8985-435B-B45B-D28B20468C4D}"/>
          </ac:picMkLst>
        </pc:picChg>
        <pc:picChg chg="del">
          <ac:chgData name="Marc von Gehlen" userId="ee9d88c3e5fd69be" providerId="LiveId" clId="{AA42381C-47C7-43DA-87AC-ED2F764F72C4}" dt="2020-02-05T17:15:02.721" v="4958"/>
          <ac:picMkLst>
            <pc:docMk/>
            <pc:sldMk cId="1116580819" sldId="271"/>
            <ac:picMk id="14" creationId="{1D56BE94-65EA-4FAB-B27E-DCA8110080AF}"/>
          </ac:picMkLst>
        </pc:picChg>
      </pc:sldChg>
      <pc:sldChg chg="addSp delSp modSp modNotesTx">
        <pc:chgData name="Marc von Gehlen" userId="ee9d88c3e5fd69be" providerId="LiveId" clId="{AA42381C-47C7-43DA-87AC-ED2F764F72C4}" dt="2020-02-03T19:46:04.742" v="4950" actId="20577"/>
        <pc:sldMkLst>
          <pc:docMk/>
          <pc:sldMk cId="2552673259" sldId="272"/>
        </pc:sldMkLst>
        <pc:spChg chg="mod">
          <ac:chgData name="Marc von Gehlen" userId="ee9d88c3e5fd69be" providerId="LiveId" clId="{AA42381C-47C7-43DA-87AC-ED2F764F72C4}" dt="2020-02-02T10:07:30.728" v="4870" actId="26606"/>
          <ac:spMkLst>
            <pc:docMk/>
            <pc:sldMk cId="2552673259" sldId="272"/>
            <ac:spMk id="2" creationId="{EF81075A-8F5D-4CE3-83DF-D012819598F7}"/>
          </ac:spMkLst>
        </pc:spChg>
        <pc:spChg chg="mod">
          <ac:chgData name="Marc von Gehlen" userId="ee9d88c3e5fd69be" providerId="LiveId" clId="{AA42381C-47C7-43DA-87AC-ED2F764F72C4}" dt="2020-02-03T19:46:04.742" v="4950" actId="20577"/>
          <ac:spMkLst>
            <pc:docMk/>
            <pc:sldMk cId="2552673259" sldId="272"/>
            <ac:spMk id="3" creationId="{058EAAE9-C47E-43DA-A1C5-7CFCD2A33C32}"/>
          </ac:spMkLst>
        </pc:spChg>
        <pc:spChg chg="del">
          <ac:chgData name="Marc von Gehlen" userId="ee9d88c3e5fd69be" providerId="LiveId" clId="{AA42381C-47C7-43DA-87AC-ED2F764F72C4}" dt="2020-02-02T10:07:30.728" v="4870" actId="26606"/>
          <ac:spMkLst>
            <pc:docMk/>
            <pc:sldMk cId="2552673259" sldId="272"/>
            <ac:spMk id="39" creationId="{91F32EBA-ED97-466E-8CFA-8382584155D0}"/>
          </ac:spMkLst>
        </pc:spChg>
        <pc:spChg chg="del">
          <ac:chgData name="Marc von Gehlen" userId="ee9d88c3e5fd69be" providerId="LiveId" clId="{AA42381C-47C7-43DA-87AC-ED2F764F72C4}" dt="2020-02-02T10:07:30.728" v="4870" actId="26606"/>
          <ac:spMkLst>
            <pc:docMk/>
            <pc:sldMk cId="2552673259" sldId="272"/>
            <ac:spMk id="45" creationId="{62A38935-BB53-4DF7-A56E-48DD25B685D7}"/>
          </ac:spMkLst>
        </pc:spChg>
        <pc:spChg chg="add">
          <ac:chgData name="Marc von Gehlen" userId="ee9d88c3e5fd69be" providerId="LiveId" clId="{AA42381C-47C7-43DA-87AC-ED2F764F72C4}" dt="2020-02-02T10:07:30.728" v="4870" actId="26606"/>
          <ac:spMkLst>
            <pc:docMk/>
            <pc:sldMk cId="2552673259" sldId="272"/>
            <ac:spMk id="50" creationId="{59A309A7-1751-4ABE-A3C1-EEC40366AD89}"/>
          </ac:spMkLst>
        </pc:spChg>
        <pc:spChg chg="add">
          <ac:chgData name="Marc von Gehlen" userId="ee9d88c3e5fd69be" providerId="LiveId" clId="{AA42381C-47C7-43DA-87AC-ED2F764F72C4}" dt="2020-02-02T10:07:30.728" v="4870" actId="26606"/>
          <ac:spMkLst>
            <pc:docMk/>
            <pc:sldMk cId="2552673259" sldId="272"/>
            <ac:spMk id="52" creationId="{967D8EB6-EAE1-4F9C-B398-83321E287204}"/>
          </ac:spMkLst>
        </pc:spChg>
        <pc:picChg chg="mod">
          <ac:chgData name="Marc von Gehlen" userId="ee9d88c3e5fd69be" providerId="LiveId" clId="{AA42381C-47C7-43DA-87AC-ED2F764F72C4}" dt="2020-02-02T10:07:30.728" v="4870" actId="26606"/>
          <ac:picMkLst>
            <pc:docMk/>
            <pc:sldMk cId="2552673259" sldId="272"/>
            <ac:picMk id="29" creationId="{56F90CA4-2BE8-463B-8EFF-DD39C3A57711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EED773-4A06-4292-96C4-E3DE9FCC5B3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9CB02F1-DA40-470C-8F5E-ACE63E9D63F1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Off Target</a:t>
          </a:r>
          <a:endParaRPr lang="en-US"/>
        </a:p>
      </dgm:t>
    </dgm:pt>
    <dgm:pt modelId="{13888B0E-BE0A-427D-BA18-F527117DD27F}" type="parTrans" cxnId="{FD6B35E3-5F68-4D4F-8449-FF1557937748}">
      <dgm:prSet/>
      <dgm:spPr/>
      <dgm:t>
        <a:bodyPr/>
        <a:lstStyle/>
        <a:p>
          <a:endParaRPr lang="en-US"/>
        </a:p>
      </dgm:t>
    </dgm:pt>
    <dgm:pt modelId="{A2DC0CCF-7DC5-441C-953B-CB75369EC445}" type="sibTrans" cxnId="{FD6B35E3-5F68-4D4F-8449-FF1557937748}">
      <dgm:prSet/>
      <dgm:spPr/>
      <dgm:t>
        <a:bodyPr/>
        <a:lstStyle/>
        <a:p>
          <a:endParaRPr lang="en-US"/>
        </a:p>
      </dgm:t>
    </dgm:pt>
    <dgm:pt modelId="{9DB921FA-197A-48E5-8E75-48CCACB426F7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On Target</a:t>
          </a:r>
          <a:endParaRPr lang="en-US"/>
        </a:p>
      </dgm:t>
    </dgm:pt>
    <dgm:pt modelId="{37976094-6AB8-49EE-AEB3-607245785ABC}" type="parTrans" cxnId="{B2169767-5A26-4F48-A859-D2B37E313624}">
      <dgm:prSet/>
      <dgm:spPr/>
      <dgm:t>
        <a:bodyPr/>
        <a:lstStyle/>
        <a:p>
          <a:endParaRPr lang="en-US"/>
        </a:p>
      </dgm:t>
    </dgm:pt>
    <dgm:pt modelId="{07F82AC1-F284-4297-97E4-9CE0396AA20B}" type="sibTrans" cxnId="{B2169767-5A26-4F48-A859-D2B37E313624}">
      <dgm:prSet/>
      <dgm:spPr/>
      <dgm:t>
        <a:bodyPr/>
        <a:lstStyle/>
        <a:p>
          <a:endParaRPr lang="en-US"/>
        </a:p>
      </dgm:t>
    </dgm:pt>
    <dgm:pt modelId="{62BA3D14-F9A7-42F4-9AFA-B8076CEB6DC6}">
      <dgm:prSet/>
      <dgm:spPr/>
      <dgm:t>
        <a:bodyPr/>
        <a:lstStyle/>
        <a:p>
          <a:pPr>
            <a:lnSpc>
              <a:spcPct val="100000"/>
            </a:lnSpc>
          </a:pPr>
          <a:r>
            <a:rPr lang="de-DE"/>
            <a:t>Anschläge</a:t>
          </a:r>
          <a:endParaRPr lang="en-US"/>
        </a:p>
      </dgm:t>
    </dgm:pt>
    <dgm:pt modelId="{1949BD5C-DBFC-4F2D-9DFB-0BFAA2D30A84}" type="parTrans" cxnId="{379E8A1E-C562-4C2E-821B-54BE1A04EBC5}">
      <dgm:prSet/>
      <dgm:spPr/>
      <dgm:t>
        <a:bodyPr/>
        <a:lstStyle/>
        <a:p>
          <a:endParaRPr lang="en-US"/>
        </a:p>
      </dgm:t>
    </dgm:pt>
    <dgm:pt modelId="{EAC9E8BF-A5F1-4403-B7FF-E2760BE3C5D6}" type="sibTrans" cxnId="{379E8A1E-C562-4C2E-821B-54BE1A04EBC5}">
      <dgm:prSet/>
      <dgm:spPr/>
      <dgm:t>
        <a:bodyPr/>
        <a:lstStyle/>
        <a:p>
          <a:endParaRPr lang="en-US"/>
        </a:p>
      </dgm:t>
    </dgm:pt>
    <dgm:pt modelId="{1C739050-9322-405C-9749-74F2F51A902A}" type="pres">
      <dgm:prSet presAssocID="{94EED773-4A06-4292-96C4-E3DE9FCC5B33}" presName="root" presStyleCnt="0">
        <dgm:presLayoutVars>
          <dgm:dir/>
          <dgm:resizeHandles val="exact"/>
        </dgm:presLayoutVars>
      </dgm:prSet>
      <dgm:spPr/>
    </dgm:pt>
    <dgm:pt modelId="{6E32F475-7679-4B73-AF10-07EA4967FD6A}" type="pres">
      <dgm:prSet presAssocID="{99CB02F1-DA40-470C-8F5E-ACE63E9D63F1}" presName="compNode" presStyleCnt="0"/>
      <dgm:spPr/>
    </dgm:pt>
    <dgm:pt modelId="{C32C8433-D06A-4B4A-84A1-522141A72E70}" type="pres">
      <dgm:prSet presAssocID="{99CB02F1-DA40-470C-8F5E-ACE63E9D63F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937B33D0-7C1D-4655-B856-4D03086B2997}" type="pres">
      <dgm:prSet presAssocID="{99CB02F1-DA40-470C-8F5E-ACE63E9D63F1}" presName="spaceRect" presStyleCnt="0"/>
      <dgm:spPr/>
    </dgm:pt>
    <dgm:pt modelId="{F7ED34A4-FC84-4ED9-8F6B-19FDAE0252EA}" type="pres">
      <dgm:prSet presAssocID="{99CB02F1-DA40-470C-8F5E-ACE63E9D63F1}" presName="textRect" presStyleLbl="revTx" presStyleIdx="0" presStyleCnt="3">
        <dgm:presLayoutVars>
          <dgm:chMax val="1"/>
          <dgm:chPref val="1"/>
        </dgm:presLayoutVars>
      </dgm:prSet>
      <dgm:spPr/>
    </dgm:pt>
    <dgm:pt modelId="{0B48B436-2662-437F-93F8-9BB57B24CB64}" type="pres">
      <dgm:prSet presAssocID="{A2DC0CCF-7DC5-441C-953B-CB75369EC445}" presName="sibTrans" presStyleCnt="0"/>
      <dgm:spPr/>
    </dgm:pt>
    <dgm:pt modelId="{FAA96086-9689-4AD7-81E6-ABE5C0BE8DF3}" type="pres">
      <dgm:prSet presAssocID="{9DB921FA-197A-48E5-8E75-48CCACB426F7}" presName="compNode" presStyleCnt="0"/>
      <dgm:spPr/>
    </dgm:pt>
    <dgm:pt modelId="{11A0AD63-1E2F-455B-B61C-85F20BD49CF0}" type="pres">
      <dgm:prSet presAssocID="{9DB921FA-197A-48E5-8E75-48CCACB426F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1347882-CA96-4E0B-B662-6C9C63E92298}" type="pres">
      <dgm:prSet presAssocID="{9DB921FA-197A-48E5-8E75-48CCACB426F7}" presName="spaceRect" presStyleCnt="0"/>
      <dgm:spPr/>
    </dgm:pt>
    <dgm:pt modelId="{6554EFDC-7A1C-4F62-924B-73E94A953E4F}" type="pres">
      <dgm:prSet presAssocID="{9DB921FA-197A-48E5-8E75-48CCACB426F7}" presName="textRect" presStyleLbl="revTx" presStyleIdx="1" presStyleCnt="3">
        <dgm:presLayoutVars>
          <dgm:chMax val="1"/>
          <dgm:chPref val="1"/>
        </dgm:presLayoutVars>
      </dgm:prSet>
      <dgm:spPr/>
    </dgm:pt>
    <dgm:pt modelId="{8D071D3E-D9D4-40A8-A2CA-E110D1DB173A}" type="pres">
      <dgm:prSet presAssocID="{07F82AC1-F284-4297-97E4-9CE0396AA20B}" presName="sibTrans" presStyleCnt="0"/>
      <dgm:spPr/>
    </dgm:pt>
    <dgm:pt modelId="{87C91B9B-FA25-49D3-8AC5-5F0A2C8AEDBE}" type="pres">
      <dgm:prSet presAssocID="{62BA3D14-F9A7-42F4-9AFA-B8076CEB6DC6}" presName="compNode" presStyleCnt="0"/>
      <dgm:spPr/>
    </dgm:pt>
    <dgm:pt modelId="{33D6F3DB-D766-42E1-A74B-2B0219288541}" type="pres">
      <dgm:prSet presAssocID="{62BA3D14-F9A7-42F4-9AFA-B8076CEB6DC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92A71224-0EEF-40CB-9002-0E695D6B5F14}" type="pres">
      <dgm:prSet presAssocID="{62BA3D14-F9A7-42F4-9AFA-B8076CEB6DC6}" presName="spaceRect" presStyleCnt="0"/>
      <dgm:spPr/>
    </dgm:pt>
    <dgm:pt modelId="{E64CE099-9DD2-485E-A981-FA41F2457BA6}" type="pres">
      <dgm:prSet presAssocID="{62BA3D14-F9A7-42F4-9AFA-B8076CEB6DC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79E8A1E-C562-4C2E-821B-54BE1A04EBC5}" srcId="{94EED773-4A06-4292-96C4-E3DE9FCC5B33}" destId="{62BA3D14-F9A7-42F4-9AFA-B8076CEB6DC6}" srcOrd="2" destOrd="0" parTransId="{1949BD5C-DBFC-4F2D-9DFB-0BFAA2D30A84}" sibTransId="{EAC9E8BF-A5F1-4403-B7FF-E2760BE3C5D6}"/>
    <dgm:cxn modelId="{DD361241-A367-4D3A-BBF8-13FA85EB7F7D}" type="presOf" srcId="{62BA3D14-F9A7-42F4-9AFA-B8076CEB6DC6}" destId="{E64CE099-9DD2-485E-A981-FA41F2457BA6}" srcOrd="0" destOrd="0" presId="urn:microsoft.com/office/officeart/2018/2/layout/IconLabelList"/>
    <dgm:cxn modelId="{E79A7E46-7428-472E-BFD3-C5395BC17FA7}" type="presOf" srcId="{94EED773-4A06-4292-96C4-E3DE9FCC5B33}" destId="{1C739050-9322-405C-9749-74F2F51A902A}" srcOrd="0" destOrd="0" presId="urn:microsoft.com/office/officeart/2018/2/layout/IconLabelList"/>
    <dgm:cxn modelId="{B2169767-5A26-4F48-A859-D2B37E313624}" srcId="{94EED773-4A06-4292-96C4-E3DE9FCC5B33}" destId="{9DB921FA-197A-48E5-8E75-48CCACB426F7}" srcOrd="1" destOrd="0" parTransId="{37976094-6AB8-49EE-AEB3-607245785ABC}" sibTransId="{07F82AC1-F284-4297-97E4-9CE0396AA20B}"/>
    <dgm:cxn modelId="{21DA494B-65E7-47A0-88D3-6A914578DFB8}" type="presOf" srcId="{99CB02F1-DA40-470C-8F5E-ACE63E9D63F1}" destId="{F7ED34A4-FC84-4ED9-8F6B-19FDAE0252EA}" srcOrd="0" destOrd="0" presId="urn:microsoft.com/office/officeart/2018/2/layout/IconLabelList"/>
    <dgm:cxn modelId="{59F66852-4B55-45D7-9588-E10B551BFC57}" type="presOf" srcId="{9DB921FA-197A-48E5-8E75-48CCACB426F7}" destId="{6554EFDC-7A1C-4F62-924B-73E94A953E4F}" srcOrd="0" destOrd="0" presId="urn:microsoft.com/office/officeart/2018/2/layout/IconLabelList"/>
    <dgm:cxn modelId="{FD6B35E3-5F68-4D4F-8449-FF1557937748}" srcId="{94EED773-4A06-4292-96C4-E3DE9FCC5B33}" destId="{99CB02F1-DA40-470C-8F5E-ACE63E9D63F1}" srcOrd="0" destOrd="0" parTransId="{13888B0E-BE0A-427D-BA18-F527117DD27F}" sibTransId="{A2DC0CCF-7DC5-441C-953B-CB75369EC445}"/>
    <dgm:cxn modelId="{BC2D930C-79CC-497B-8A04-8A26B91226B1}" type="presParOf" srcId="{1C739050-9322-405C-9749-74F2F51A902A}" destId="{6E32F475-7679-4B73-AF10-07EA4967FD6A}" srcOrd="0" destOrd="0" presId="urn:microsoft.com/office/officeart/2018/2/layout/IconLabelList"/>
    <dgm:cxn modelId="{DAE5ABF0-43B2-4D60-A41E-46D0DBB46198}" type="presParOf" srcId="{6E32F475-7679-4B73-AF10-07EA4967FD6A}" destId="{C32C8433-D06A-4B4A-84A1-522141A72E70}" srcOrd="0" destOrd="0" presId="urn:microsoft.com/office/officeart/2018/2/layout/IconLabelList"/>
    <dgm:cxn modelId="{F9698CEF-43CD-409C-90D6-2C0FB8AF9144}" type="presParOf" srcId="{6E32F475-7679-4B73-AF10-07EA4967FD6A}" destId="{937B33D0-7C1D-4655-B856-4D03086B2997}" srcOrd="1" destOrd="0" presId="urn:microsoft.com/office/officeart/2018/2/layout/IconLabelList"/>
    <dgm:cxn modelId="{FECAAF80-BDC8-4360-B31A-F515DD8AF6D1}" type="presParOf" srcId="{6E32F475-7679-4B73-AF10-07EA4967FD6A}" destId="{F7ED34A4-FC84-4ED9-8F6B-19FDAE0252EA}" srcOrd="2" destOrd="0" presId="urn:microsoft.com/office/officeart/2018/2/layout/IconLabelList"/>
    <dgm:cxn modelId="{13C8EFA9-2C6F-474A-9C21-140A5D72C6BB}" type="presParOf" srcId="{1C739050-9322-405C-9749-74F2F51A902A}" destId="{0B48B436-2662-437F-93F8-9BB57B24CB64}" srcOrd="1" destOrd="0" presId="urn:microsoft.com/office/officeart/2018/2/layout/IconLabelList"/>
    <dgm:cxn modelId="{866CC98B-81D8-4D78-9267-A9DE81E31B21}" type="presParOf" srcId="{1C739050-9322-405C-9749-74F2F51A902A}" destId="{FAA96086-9689-4AD7-81E6-ABE5C0BE8DF3}" srcOrd="2" destOrd="0" presId="urn:microsoft.com/office/officeart/2018/2/layout/IconLabelList"/>
    <dgm:cxn modelId="{EF117C09-908C-48BD-97AA-DBE00F8C6AB3}" type="presParOf" srcId="{FAA96086-9689-4AD7-81E6-ABE5C0BE8DF3}" destId="{11A0AD63-1E2F-455B-B61C-85F20BD49CF0}" srcOrd="0" destOrd="0" presId="urn:microsoft.com/office/officeart/2018/2/layout/IconLabelList"/>
    <dgm:cxn modelId="{E9641F6E-4875-4B75-B0CC-4957A930B615}" type="presParOf" srcId="{FAA96086-9689-4AD7-81E6-ABE5C0BE8DF3}" destId="{81347882-CA96-4E0B-B662-6C9C63E92298}" srcOrd="1" destOrd="0" presId="urn:microsoft.com/office/officeart/2018/2/layout/IconLabelList"/>
    <dgm:cxn modelId="{5D1C4B27-61E2-4034-A0EC-7193E095CE72}" type="presParOf" srcId="{FAA96086-9689-4AD7-81E6-ABE5C0BE8DF3}" destId="{6554EFDC-7A1C-4F62-924B-73E94A953E4F}" srcOrd="2" destOrd="0" presId="urn:microsoft.com/office/officeart/2018/2/layout/IconLabelList"/>
    <dgm:cxn modelId="{4061C9AD-4C4E-459B-8EEB-01C336072186}" type="presParOf" srcId="{1C739050-9322-405C-9749-74F2F51A902A}" destId="{8D071D3E-D9D4-40A8-A2CA-E110D1DB173A}" srcOrd="3" destOrd="0" presId="urn:microsoft.com/office/officeart/2018/2/layout/IconLabelList"/>
    <dgm:cxn modelId="{0B8EA0BF-7114-4E9F-B980-5B6C5066D2AE}" type="presParOf" srcId="{1C739050-9322-405C-9749-74F2F51A902A}" destId="{87C91B9B-FA25-49D3-8AC5-5F0A2C8AEDBE}" srcOrd="4" destOrd="0" presId="urn:microsoft.com/office/officeart/2018/2/layout/IconLabelList"/>
    <dgm:cxn modelId="{85C48A79-D225-4228-85C7-063C9F722087}" type="presParOf" srcId="{87C91B9B-FA25-49D3-8AC5-5F0A2C8AEDBE}" destId="{33D6F3DB-D766-42E1-A74B-2B0219288541}" srcOrd="0" destOrd="0" presId="urn:microsoft.com/office/officeart/2018/2/layout/IconLabelList"/>
    <dgm:cxn modelId="{6B84293A-94F8-4313-A6D8-B45D03BEB9F6}" type="presParOf" srcId="{87C91B9B-FA25-49D3-8AC5-5F0A2C8AEDBE}" destId="{92A71224-0EEF-40CB-9002-0E695D6B5F14}" srcOrd="1" destOrd="0" presId="urn:microsoft.com/office/officeart/2018/2/layout/IconLabelList"/>
    <dgm:cxn modelId="{50EF22C9-57A6-4E9F-B0BF-66D02E533E22}" type="presParOf" srcId="{87C91B9B-FA25-49D3-8AC5-5F0A2C8AEDBE}" destId="{E64CE099-9DD2-485E-A981-FA41F2457BA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2C8433-D06A-4B4A-84A1-522141A72E70}">
      <dsp:nvSpPr>
        <dsp:cNvPr id="0" name=""/>
        <dsp:cNvSpPr/>
      </dsp:nvSpPr>
      <dsp:spPr>
        <a:xfrm>
          <a:off x="1106831" y="631258"/>
          <a:ext cx="1281951" cy="12819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D34A4-FC84-4ED9-8F6B-19FDAE0252EA}">
      <dsp:nvSpPr>
        <dsp:cNvPr id="0" name=""/>
        <dsp:cNvSpPr/>
      </dsp:nvSpPr>
      <dsp:spPr>
        <a:xfrm>
          <a:off x="323416" y="2266586"/>
          <a:ext cx="284878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/>
            <a:t>Off Target</a:t>
          </a:r>
          <a:endParaRPr lang="en-US" sz="3600" kern="1200"/>
        </a:p>
      </dsp:txBody>
      <dsp:txXfrm>
        <a:off x="323416" y="2266586"/>
        <a:ext cx="2848781" cy="720000"/>
      </dsp:txXfrm>
    </dsp:sp>
    <dsp:sp modelId="{11A0AD63-1E2F-455B-B61C-85F20BD49CF0}">
      <dsp:nvSpPr>
        <dsp:cNvPr id="0" name=""/>
        <dsp:cNvSpPr/>
      </dsp:nvSpPr>
      <dsp:spPr>
        <a:xfrm>
          <a:off x="4454150" y="631258"/>
          <a:ext cx="1281951" cy="12819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54EFDC-7A1C-4F62-924B-73E94A953E4F}">
      <dsp:nvSpPr>
        <dsp:cNvPr id="0" name=""/>
        <dsp:cNvSpPr/>
      </dsp:nvSpPr>
      <dsp:spPr>
        <a:xfrm>
          <a:off x="3670735" y="2266586"/>
          <a:ext cx="284878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/>
            <a:t>On Target</a:t>
          </a:r>
          <a:endParaRPr lang="en-US" sz="3600" kern="1200"/>
        </a:p>
      </dsp:txBody>
      <dsp:txXfrm>
        <a:off x="3670735" y="2266586"/>
        <a:ext cx="2848781" cy="720000"/>
      </dsp:txXfrm>
    </dsp:sp>
    <dsp:sp modelId="{33D6F3DB-D766-42E1-A74B-2B0219288541}">
      <dsp:nvSpPr>
        <dsp:cNvPr id="0" name=""/>
        <dsp:cNvSpPr/>
      </dsp:nvSpPr>
      <dsp:spPr>
        <a:xfrm>
          <a:off x="7801468" y="631258"/>
          <a:ext cx="1281951" cy="12819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4CE099-9DD2-485E-A981-FA41F2457BA6}">
      <dsp:nvSpPr>
        <dsp:cNvPr id="0" name=""/>
        <dsp:cNvSpPr/>
      </dsp:nvSpPr>
      <dsp:spPr>
        <a:xfrm>
          <a:off x="7018053" y="2266586"/>
          <a:ext cx="284878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/>
            <a:t>Anschläge</a:t>
          </a:r>
          <a:endParaRPr lang="en-US" sz="3600" kern="1200"/>
        </a:p>
      </dsp:txBody>
      <dsp:txXfrm>
        <a:off x="7018053" y="2266586"/>
        <a:ext cx="2848781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612FDB-0347-4270-AA94-A92D5B7ABC3D}" type="datetimeFigureOut">
              <a:rPr lang="de-DE" smtClean="0"/>
              <a:t>05.02.2020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94C837-1C4C-4305-9B7C-6192F9969F4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6499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Hallo und Herzlich willkommen zu meiner FIP Präsentation.</a:t>
            </a:r>
          </a:p>
          <a:p>
            <a:r>
              <a:rPr lang="de-DE"/>
              <a:t>Dies ist die vierte Präsentation von unserer FIP Gruppe mit dem Hauptthema DNA ich habe als Unterthema Gentechnik mit dem Schwerpunkt auf CRISPR gewählt und dies werde ich euch heute </a:t>
            </a:r>
            <a:r>
              <a:rPr lang="de-DE" err="1"/>
              <a:t>Presentieren</a:t>
            </a:r>
            <a:r>
              <a:rPr lang="de-DE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C837-1C4C-4305-9B7C-6192F9969F4F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233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de-DE"/>
              <a:t>Hier die Gliederung zu meiner </a:t>
            </a:r>
            <a:r>
              <a:rPr lang="de-DE" err="1"/>
              <a:t>Presentation</a:t>
            </a:r>
            <a:r>
              <a:rPr lang="de-DE"/>
              <a:t>.</a:t>
            </a:r>
          </a:p>
          <a:p>
            <a:pPr marL="158750" indent="0">
              <a:buNone/>
            </a:pPr>
            <a:r>
              <a:rPr lang="de-DE"/>
              <a:t>(An der Tafel Zeigen)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C837-1C4C-4305-9B7C-6192F9969F4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121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CRISPR/Cas-Methode ist eine der gängigen </a:t>
            </a:r>
            <a:r>
              <a:rPr lang="de-DE" err="1"/>
              <a:t>molekularbiogischen</a:t>
            </a:r>
            <a:r>
              <a:rPr lang="de-DE"/>
              <a:t> Techniken zur zielgerichteten Veränderung von DNA.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C837-1C4C-4305-9B7C-6192F9969F4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8927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1987</a:t>
            </a:r>
          </a:p>
          <a:p>
            <a:r>
              <a:rPr lang="de-DE"/>
              <a:t>CRISPR erstmalig dokumentiert</a:t>
            </a:r>
          </a:p>
          <a:p>
            <a:r>
              <a:rPr lang="de-DE" sz="1200">
                <a:solidFill>
                  <a:schemeClr val="bg1"/>
                </a:solidFill>
              </a:rPr>
              <a:t>Anfang des 21. Jahrhunderts</a:t>
            </a:r>
          </a:p>
          <a:p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Zusammenhänge zwischen den CRISPR-Sequenzen der DNA und den </a:t>
            </a:r>
            <a:r>
              <a:rPr lang="de-DE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-Genen sowie ihre Bedeutung in der Immunabwehr der Bakterien identifiziert</a:t>
            </a:r>
            <a:endParaRPr lang="de-DE"/>
          </a:p>
          <a:p>
            <a:r>
              <a:rPr lang="de-DE"/>
              <a:t>2011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Es wird aufgezeigt wie CRISPR in Vito anwendbar ist. </a:t>
            </a:r>
            <a:r>
              <a:rPr lang="de-DE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Emmanuelle Charpentier</a:t>
            </a:r>
            <a:r>
              <a:rPr lang="de-DE"/>
              <a:t>  In Vitro = 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organische Vorgänge, die außerhalb eines lebenden Organismus stattfinden (In der Petrischale / im Reagenzglas)</a:t>
            </a:r>
            <a:endParaRPr lang="de-DE"/>
          </a:p>
          <a:p>
            <a:r>
              <a:rPr lang="de-DE"/>
              <a:t>2013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CRISPR wird für alle Zellen optimiert </a:t>
            </a:r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Feng Zhang</a:t>
            </a:r>
          </a:p>
          <a:p>
            <a:endParaRPr lang="de-DE"/>
          </a:p>
          <a:p>
            <a:endParaRPr lang="de-DE"/>
          </a:p>
          <a:p>
            <a:r>
              <a:rPr lang="de-DE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Innerhalb der ersten fünf Jahre nach Veröffentlichung ist die Methode eine Standardmethode in Laboren geworden und es wurden darüber in diesen fünf Jahren 2.500 wissenschaftliche Veröffentlichungen publiziert.</a:t>
            </a:r>
            <a:endParaRPr lang="de-DE"/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C837-1C4C-4305-9B7C-6192F9969F4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5490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Bild erklären (Natürlichen Prozess erklären)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5DEA3D-4C4E-4BB1-A94A-40F0779D61C3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7732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In der Nadelspitzte E sind Cas9 Proteine und </a:t>
            </a:r>
            <a:r>
              <a:rPr lang="de-DE" err="1"/>
              <a:t>sgRNA</a:t>
            </a:r>
            <a:r>
              <a:rPr lang="de-DE"/>
              <a:t> (Künstlich bearbeitete RNA (je nach Wunsch ) Enthalten</a:t>
            </a:r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C837-1C4C-4305-9B7C-6192F9969F4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1042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1200" dirty="0">
                <a:solidFill>
                  <a:schemeClr val="bg1"/>
                </a:solidFill>
              </a:rPr>
              <a:t>Blaue Biotechnologie:	Lebewesen im Meer		Beispiel Geysir</a:t>
            </a:r>
          </a:p>
          <a:p>
            <a:pPr marL="0" indent="0">
              <a:buNone/>
            </a:pPr>
            <a:r>
              <a:rPr lang="de-DE" sz="1200" dirty="0">
                <a:solidFill>
                  <a:schemeClr val="bg1"/>
                </a:solidFill>
              </a:rPr>
              <a:t>Graue Biotechnologie:	Müllindustrie 			Beispiel </a:t>
            </a:r>
            <a:r>
              <a:rPr lang="de-DE" sz="1200" dirty="0" err="1">
                <a:solidFill>
                  <a:schemeClr val="bg1"/>
                </a:solidFill>
              </a:rPr>
              <a:t>Bleichungsmittel</a:t>
            </a:r>
            <a:endParaRPr lang="de-DE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e-DE" sz="1200" dirty="0">
                <a:solidFill>
                  <a:schemeClr val="bg1"/>
                </a:solidFill>
              </a:rPr>
              <a:t>Weiße Biotechnologie:	industrielle Produktionsverfahren	Beispiel Insulin </a:t>
            </a:r>
          </a:p>
          <a:p>
            <a:pPr marL="0" indent="0">
              <a:buNone/>
            </a:pPr>
            <a:r>
              <a:rPr lang="de-DE" sz="1200" dirty="0">
                <a:solidFill>
                  <a:schemeClr val="bg1"/>
                </a:solidFill>
              </a:rPr>
              <a:t>Rote Biotechnologie:	Medizin			Beispiel Gentherapie </a:t>
            </a:r>
          </a:p>
          <a:p>
            <a:pPr marL="0" indent="0">
              <a:buNone/>
            </a:pPr>
            <a:r>
              <a:rPr lang="de-DE" sz="1200" dirty="0">
                <a:solidFill>
                  <a:schemeClr val="bg1"/>
                </a:solidFill>
              </a:rPr>
              <a:t>Grüne Biotechnologie:	Pflanzen und Tieren		Beispiel Papaya Hawaii </a:t>
            </a:r>
          </a:p>
          <a:p>
            <a:endParaRPr lang="de-DE" dirty="0"/>
          </a:p>
          <a:p>
            <a:r>
              <a:rPr lang="de-DE" dirty="0"/>
              <a:t>Mit Beispielen erklären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C837-1C4C-4305-9B7C-6192F9969F4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5681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Ausschweifender erklären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C837-1C4C-4305-9B7C-6192F9969F4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5299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CRISPR 2.0 noch präzisere Methoden in </a:t>
            </a:r>
            <a:r>
              <a:rPr lang="de-DE" err="1"/>
              <a:t>entwicklung</a:t>
            </a:r>
            <a:endParaRPr lang="de-DE"/>
          </a:p>
          <a:p>
            <a:endParaRPr lang="de-DE"/>
          </a:p>
          <a:p>
            <a:r>
              <a:rPr lang="de-DE"/>
              <a:t>HIV heilbar in einigen Jahren, bereits 2016 zeigten Wissenschaftler das sie Ratten die 99% der Zellen mit HIV infiziert hatten das sie über 50% der Zellen heilen konnten</a:t>
            </a:r>
          </a:p>
          <a:p>
            <a:endParaRPr lang="de-DE"/>
          </a:p>
          <a:p>
            <a:pPr algn="l"/>
            <a:r>
              <a:rPr lang="de-DE"/>
              <a:t>Krebs heilbar? Krebs könnte in einigen Jahren durch einigen Modifizierte Immunzellen gespritzt und dadurch heilbar werden.</a:t>
            </a:r>
          </a:p>
          <a:p>
            <a:pPr algn="l"/>
            <a:endParaRPr lang="de-DE"/>
          </a:p>
          <a:p>
            <a:pPr algn="l"/>
            <a:r>
              <a:rPr lang="de-DE"/>
              <a:t>Genetischen Krankheiten: 3000 Erbkrankheiten können durch ein falsches </a:t>
            </a:r>
            <a:r>
              <a:rPr lang="de-DE" err="1"/>
              <a:t>Basenpar</a:t>
            </a:r>
            <a:r>
              <a:rPr lang="de-DE"/>
              <a:t> ausgelöst werden, Es wird aktuell an einer </a:t>
            </a:r>
            <a:r>
              <a:rPr lang="de-DE" err="1"/>
              <a:t>Modifizerten</a:t>
            </a:r>
            <a:r>
              <a:rPr lang="de-DE"/>
              <a:t> Version Gearbeitet die nur ein </a:t>
            </a:r>
            <a:r>
              <a:rPr lang="de-DE" err="1"/>
              <a:t>Bassenparr</a:t>
            </a:r>
            <a:r>
              <a:rPr lang="de-DE"/>
              <a:t> Austauscht, in 20 Jahren Viele Erbkrankheiten heilbar</a:t>
            </a:r>
          </a:p>
          <a:p>
            <a:pPr algn="l"/>
            <a:endParaRPr lang="de-DE"/>
          </a:p>
          <a:p>
            <a:pPr algn="l"/>
            <a:r>
              <a:rPr lang="de-DE"/>
              <a:t>Designer </a:t>
            </a:r>
            <a:r>
              <a:rPr lang="de-DE" err="1"/>
              <a:t>babys</a:t>
            </a:r>
            <a:r>
              <a:rPr lang="de-DE"/>
              <a:t> Nov 2018 in </a:t>
            </a:r>
            <a:r>
              <a:rPr lang="de-DE" err="1"/>
              <a:t>Chnina</a:t>
            </a:r>
            <a:r>
              <a:rPr lang="de-DE"/>
              <a:t> Kinder gegen HIV </a:t>
            </a:r>
            <a:r>
              <a:rPr lang="de-DE" err="1"/>
              <a:t>Resistend</a:t>
            </a:r>
            <a:r>
              <a:rPr lang="de-DE"/>
              <a:t> machen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C837-1C4C-4305-9B7C-6192F9969F4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8977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Off Target:</a:t>
            </a:r>
          </a:p>
          <a:p>
            <a:r>
              <a:rPr lang="de-DE"/>
              <a:t>Andere Gene als das Gewünschte werden verändert</a:t>
            </a:r>
          </a:p>
          <a:p>
            <a:r>
              <a:rPr lang="de-DE"/>
              <a:t>On Target:</a:t>
            </a:r>
          </a:p>
          <a:p>
            <a:r>
              <a:rPr lang="de-DE"/>
              <a:t>An dem gewünschten Gen treten verschiedene andere Veränderungen auf als die gewünschten</a:t>
            </a:r>
          </a:p>
          <a:p>
            <a:r>
              <a:rPr lang="de-DE"/>
              <a:t>Anschläge:</a:t>
            </a:r>
          </a:p>
          <a:p>
            <a:r>
              <a:rPr lang="de-DE"/>
              <a:t>Es besteht die Gefahr das CRISPR für Anschläge Missbraucht wird. Das FBI beobachtet jetzt schon private „Bio-Hacker“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C837-1C4C-4305-9B7C-6192F9969F4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5026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Sehr Spannendes Thema </a:t>
            </a:r>
          </a:p>
          <a:p>
            <a:r>
              <a:rPr lang="de-DE"/>
              <a:t>Viel Forschung Nötig</a:t>
            </a:r>
          </a:p>
          <a:p>
            <a:r>
              <a:rPr lang="de-DE"/>
              <a:t>Mit Vorsicht zu betrachten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C837-1C4C-4305-9B7C-6192F9969F4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90426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Das sind meine Quellen: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C837-1C4C-4305-9B7C-6192F9969F4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6187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Das sind meine Bild Quellen: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4C837-1C4C-4305-9B7C-6192F9969F4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5725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2A7B4F-3293-403A-A307-7691F750B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013EF18-6416-4892-BE27-E19BB4908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97BA0B-8850-4A04-90D5-25AE69607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A4829-6BCA-4363-BEA4-777C468A620A}" type="datetimeFigureOut">
              <a:rPr lang="de-DE" smtClean="0"/>
              <a:t>05.02.2020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B97F8A-21BC-4824-8E18-D9BBE72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086490-54CA-4811-9368-D9FB7977E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CF2D-DEA4-4220-BDC7-0EC3D3B6BA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5180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3B7C92-F239-49BD-96A1-B5028EB22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2CD4A4-ABDC-459E-9118-9C5364ED4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45A4A2-ADDE-402F-8497-4E5BC1EE5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A4829-6BCA-4363-BEA4-777C468A620A}" type="datetimeFigureOut">
              <a:rPr lang="de-DE" smtClean="0"/>
              <a:t>05.02.2020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C2499D-46E6-4570-B26A-18FBD8E0F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B33D46-CE97-4D65-833E-BC56358C6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CF2D-DEA4-4220-BDC7-0EC3D3B6BA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0701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BBD6ED-F46E-4319-9E01-3F6D8D1A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1E91FB-06B9-4387-8BA2-111150FB7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3B3DF3-0E13-4365-8373-C011D6D42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A4829-6BCA-4363-BEA4-777C468A620A}" type="datetimeFigureOut">
              <a:rPr lang="de-DE" smtClean="0"/>
              <a:t>05.02.2020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16C983-C0E1-487A-BC17-2E50BBA45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1A6CB7-4E9D-4001-ACEC-2AE56F02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CF2D-DEA4-4220-BDC7-0EC3D3B6BA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891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E8831A-70DB-43BB-AE80-249367427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F323B5-3E45-49DA-AD31-57C994C89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D4E1EB8-99C1-47F6-ACB8-330816AB2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617C47C-99AA-4162-9FD0-F416A7063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A4829-6BCA-4363-BEA4-777C468A620A}" type="datetimeFigureOut">
              <a:rPr lang="de-DE" smtClean="0"/>
              <a:t>05.02.2020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A8F433-B770-4B42-B75F-156875B2A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D4B892-0F4B-41B1-9EB8-0FF9C2A9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CF2D-DEA4-4220-BDC7-0EC3D3B6BA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9985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D0D66B-187D-40E2-A703-4ECC1FC1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4BEF3F-35A9-42EC-83DF-FEBEA4750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F4811AB-B5BA-46B1-83DB-20486A558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4CACC5-7562-4B28-B4D3-B6F9C55DB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E869374-D2FA-40F3-8523-A5B55B6060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FF496B2-A235-4F3B-9565-2D4DB42C3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A4829-6BCA-4363-BEA4-777C468A620A}" type="datetimeFigureOut">
              <a:rPr lang="de-DE" smtClean="0"/>
              <a:t>05.02.2020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0D1B7BF-F0AC-46BC-8632-6B6F9CA07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759F120-1A88-4D6E-A217-CA41648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CF2D-DEA4-4220-BDC7-0EC3D3B6BA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7779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015EC5-FD88-4F8F-8ECE-D96FB6360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689841-E43D-4F4D-B441-2D2800003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A4829-6BCA-4363-BEA4-777C468A620A}" type="datetimeFigureOut">
              <a:rPr lang="de-DE" smtClean="0"/>
              <a:t>05.02.2020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BAB7C4-B71B-4270-8441-F5EB74DD6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EE524D7-B4D3-4A43-AF45-5482AC639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CF2D-DEA4-4220-BDC7-0EC3D3B6BA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8984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63ADAF4-F886-40FE-961F-763F0505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A4829-6BCA-4363-BEA4-777C468A620A}" type="datetimeFigureOut">
              <a:rPr lang="de-DE" smtClean="0"/>
              <a:t>05.02.2020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D4CF786-E136-452D-9A16-ED6FA793F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4A302F-8147-4E4E-B81F-5B2191880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CF2D-DEA4-4220-BDC7-0EC3D3B6BA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824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BE65D1-F43C-4B91-AC66-BEE85525D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8524A5-FE88-4FB9-9587-48F8A413E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B4A5FAD-D6BB-41B3-864B-6D51E52B7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8E3A8D-D66D-4CF3-BF9B-DEA92A53A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A4829-6BCA-4363-BEA4-777C468A620A}" type="datetimeFigureOut">
              <a:rPr lang="de-DE" smtClean="0"/>
              <a:t>05.02.2020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8C1800E-3E36-4AF3-92FE-8DF9584A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E4C4D72-5368-4CB3-8AF2-AB9763B9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CF2D-DEA4-4220-BDC7-0EC3D3B6BA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5005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1B034D-804A-42AD-A821-12CCDE011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E40066D-47F4-4CEE-9E40-53190DAAF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3B13AFB-A262-4ADC-B79F-79CF09DCE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85BEA5E-2216-4857-B830-BA4D97223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A4829-6BCA-4363-BEA4-777C468A620A}" type="datetimeFigureOut">
              <a:rPr lang="de-DE" smtClean="0"/>
              <a:t>05.02.2020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AB68874-F6B2-4B49-8919-733716CDE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74E9118-1A78-4897-B20D-323F9FA8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CF2D-DEA4-4220-BDC7-0EC3D3B6BA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556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C10E6E-B4A4-42D8-84A8-438BEB568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7855A7E-ABA1-4EAF-BB11-7C3831314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FD364D-C88D-428B-889B-8888E5B83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A4829-6BCA-4363-BEA4-777C468A620A}" type="datetimeFigureOut">
              <a:rPr lang="de-DE" smtClean="0"/>
              <a:t>05.02.2020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30040F-1EE3-483C-803C-F16B7DA32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A0F510-3D29-4C8F-B885-503E6F0F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CF2D-DEA4-4220-BDC7-0EC3D3B6BA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909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20A8080-0AC1-4927-A560-277F87284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57C181D-21E7-4FBE-95E8-8F4384F41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4967BE-AEF4-4078-A4B0-97373CA2D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A4829-6BCA-4363-BEA4-777C468A620A}" type="datetimeFigureOut">
              <a:rPr lang="de-DE" smtClean="0"/>
              <a:t>05.02.2020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1B11A1-EDA7-42EC-B003-E2EB959B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5BA4B0-837A-4233-AD09-E7D830424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CF2D-DEA4-4220-BDC7-0EC3D3B6BA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649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36B3A39-5FF2-45BA-9E8B-92F09E553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4837535-85AE-43E0-ADDF-C1F6512CD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8303AA-0894-4C06-9D2C-DF537FDED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A4829-6BCA-4363-BEA4-777C468A620A}" type="datetimeFigureOut">
              <a:rPr lang="de-DE" smtClean="0"/>
              <a:t>05.02.2020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AA16C8-2136-4D0F-920D-57ED33D14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D7AB67-BD12-4D12-9F0B-9422FB416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1CF2D-DEA4-4220-BDC7-0EC3D3B6BA0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5498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de/url?sa=t&amp;rct=j&amp;q=&amp;esrc=s&amp;source=web&amp;cd=1&amp;ved=2ahUKEwiyp-Li-qbnAhUTIMUKHUcgBdcQFjAAegQIAhAB&amp;url=https%3A%2F%2Fwww.impulsmittelschule.ch%2Fdownload%2Fpictures%2F2a%2F900rfuaib82oawp219s4cc93qwaq68%2F2_straub_micha_arbeit-1553883658.pdf&amp;usg=AOvVaw1H8Q2u-PwV3HrfG7ahQUJI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20EB187-900F-4AF5-813B-101456D9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Ein Bild, das Tier, Kuchen, suchend, Tisch enthält.&#10;&#10;Automatisch generierte Beschreibung">
            <a:extLst>
              <a:ext uri="{FF2B5EF4-FFF2-40B4-BE49-F238E27FC236}">
                <a16:creationId xmlns:a16="http://schemas.microsoft.com/office/drawing/2014/main" id="{FDCBA7FF-A860-46A4-BE83-8ACCDF2580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71" b="12629"/>
          <a:stretch/>
        </p:blipFill>
        <p:spPr bwMode="auto">
          <a:xfrm>
            <a:off x="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2BA4375-869B-42CE-95FA-E93FE225D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7349" y="1200152"/>
            <a:ext cx="6897171" cy="4457696"/>
          </a:xfrm>
        </p:spPr>
        <p:txBody>
          <a:bodyPr anchor="ctr">
            <a:normAutofit/>
          </a:bodyPr>
          <a:lstStyle/>
          <a:p>
            <a:pPr algn="l"/>
            <a:r>
              <a:rPr lang="de-DE">
                <a:solidFill>
                  <a:srgbClr val="FFFFFF"/>
                </a:solidFill>
              </a:rPr>
              <a:t>FIP Gentechnik</a:t>
            </a:r>
            <a:br>
              <a:rPr lang="de-DE">
                <a:solidFill>
                  <a:srgbClr val="FFFFFF"/>
                </a:solidFill>
              </a:rPr>
            </a:br>
            <a:r>
              <a:rPr lang="de-DE">
                <a:solidFill>
                  <a:srgbClr val="FFFFFF"/>
                </a:solidFill>
              </a:rPr>
              <a:t>CRISPR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76E5D7E-8355-4AB1-84B7-E82A59AE5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9963" y="1200152"/>
            <a:ext cx="2816535" cy="4457696"/>
          </a:xfrm>
        </p:spPr>
        <p:txBody>
          <a:bodyPr anchor="ctr">
            <a:normAutofit/>
          </a:bodyPr>
          <a:lstStyle/>
          <a:p>
            <a:pPr algn="r"/>
            <a:r>
              <a:rPr lang="de-DE" sz="2800">
                <a:solidFill>
                  <a:srgbClr val="FFFFFF"/>
                </a:solidFill>
              </a:rPr>
              <a:t>Marc von Gehlen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4D17C8-E9C2-48A4-AA36-D7048A6CC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286000"/>
            <a:ext cx="0" cy="22860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1502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92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C04914-283A-4CF0-9727-034798AAB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de-DE">
                <a:solidFill>
                  <a:schemeClr val="accent1"/>
                </a:solidFill>
              </a:rPr>
              <a:t>Gliederung</a:t>
            </a:r>
          </a:p>
        </p:txBody>
      </p:sp>
      <p:cxnSp>
        <p:nvCxnSpPr>
          <p:cNvPr id="198" name="Straight Connector 194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Inhaltsplatzhalter 2">
            <a:extLst>
              <a:ext uri="{FF2B5EF4-FFF2-40B4-BE49-F238E27FC236}">
                <a16:creationId xmlns:a16="http://schemas.microsoft.com/office/drawing/2014/main" id="{EE8F6338-7BAA-48B3-B35F-F93FE8687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r>
              <a:rPr lang="de-DE" sz="2400" dirty="0"/>
              <a:t>Was ist CRISPR?</a:t>
            </a:r>
          </a:p>
          <a:p>
            <a:r>
              <a:rPr lang="de-DE" sz="2400" dirty="0"/>
              <a:t>Wer hat wann CRISPR entdeckt?</a:t>
            </a:r>
          </a:p>
          <a:p>
            <a:r>
              <a:rPr lang="de-DE" sz="2400" dirty="0"/>
              <a:t>Wie wurde CIRSPR entdeckt?</a:t>
            </a:r>
          </a:p>
          <a:p>
            <a:r>
              <a:rPr lang="de-DE" sz="2400" dirty="0"/>
              <a:t>Wie funktioniert CRISPR praktisch?</a:t>
            </a:r>
          </a:p>
          <a:p>
            <a:r>
              <a:rPr lang="de-DE" sz="2400" dirty="0"/>
              <a:t>Welche Anwendungsfelder hat CRISPR?</a:t>
            </a:r>
          </a:p>
          <a:p>
            <a:r>
              <a:rPr lang="de-DE" sz="2400" dirty="0"/>
              <a:t>Warum benutzt man CRISPR?</a:t>
            </a:r>
          </a:p>
          <a:p>
            <a:r>
              <a:rPr lang="de-DE" sz="2400" dirty="0"/>
              <a:t>Die Zukunft von CRISPR?</a:t>
            </a:r>
          </a:p>
          <a:p>
            <a:r>
              <a:rPr lang="de-DE" sz="2400" dirty="0"/>
              <a:t>Die Gefahren von CRISPR?</a:t>
            </a:r>
          </a:p>
          <a:p>
            <a:r>
              <a:rPr lang="de-DE" sz="2400" dirty="0"/>
              <a:t>Meine Meinung</a:t>
            </a:r>
          </a:p>
        </p:txBody>
      </p:sp>
    </p:spTree>
    <p:extLst>
      <p:ext uri="{BB962C8B-B14F-4D97-AF65-F5344CB8AC3E}">
        <p14:creationId xmlns:p14="http://schemas.microsoft.com/office/powerpoint/2010/main" val="4283770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EE39DFCF-9247-4DE5-BB93-074BFAF07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8">
            <a:extLst>
              <a:ext uri="{FF2B5EF4-FFF2-40B4-BE49-F238E27FC236}">
                <a16:creationId xmlns:a16="http://schemas.microsoft.com/office/drawing/2014/main" id="{442B652E-D499-4CDA-8F7A-60469EDBC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1632" y="996662"/>
            <a:ext cx="4864676" cy="4864676"/>
          </a:xfrm>
          <a:custGeom>
            <a:avLst/>
            <a:gdLst>
              <a:gd name="connsiteX0" fmla="*/ 0 w 4864676"/>
              <a:gd name="connsiteY0" fmla="*/ 0 h 4864676"/>
              <a:gd name="connsiteX1" fmla="*/ 4864676 w 4864676"/>
              <a:gd name="connsiteY1" fmla="*/ 0 h 4864676"/>
              <a:gd name="connsiteX2" fmla="*/ 4864676 w 4864676"/>
              <a:gd name="connsiteY2" fmla="*/ 4864676 h 4864676"/>
              <a:gd name="connsiteX3" fmla="*/ 1281101 w 4864676"/>
              <a:gd name="connsiteY3" fmla="*/ 4864676 h 4864676"/>
              <a:gd name="connsiteX4" fmla="*/ 0 w 4864676"/>
              <a:gd name="connsiteY4" fmla="*/ 3583575 h 486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4676" h="4864676">
                <a:moveTo>
                  <a:pt x="0" y="0"/>
                </a:moveTo>
                <a:lnTo>
                  <a:pt x="4864676" y="0"/>
                </a:lnTo>
                <a:lnTo>
                  <a:pt x="4864676" y="4864676"/>
                </a:lnTo>
                <a:lnTo>
                  <a:pt x="1281101" y="4864676"/>
                </a:lnTo>
                <a:lnTo>
                  <a:pt x="0" y="358357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84A22B8-F5B6-47C2-B88E-DADAF3791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7225693" y="996662"/>
            <a:ext cx="4864676" cy="4864676"/>
          </a:xfrm>
          <a:custGeom>
            <a:avLst/>
            <a:gdLst>
              <a:gd name="connsiteX0" fmla="*/ 0 w 4864676"/>
              <a:gd name="connsiteY0" fmla="*/ 0 h 4864676"/>
              <a:gd name="connsiteX1" fmla="*/ 3583574 w 4864676"/>
              <a:gd name="connsiteY1" fmla="*/ 0 h 4864676"/>
              <a:gd name="connsiteX2" fmla="*/ 4864676 w 4864676"/>
              <a:gd name="connsiteY2" fmla="*/ 1281103 h 4864676"/>
              <a:gd name="connsiteX3" fmla="*/ 4864676 w 4864676"/>
              <a:gd name="connsiteY3" fmla="*/ 4864676 h 4864676"/>
              <a:gd name="connsiteX4" fmla="*/ 0 w 4864676"/>
              <a:gd name="connsiteY4" fmla="*/ 4864676 h 4864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64676" h="4864676">
                <a:moveTo>
                  <a:pt x="0" y="0"/>
                </a:moveTo>
                <a:lnTo>
                  <a:pt x="3583574" y="0"/>
                </a:lnTo>
                <a:lnTo>
                  <a:pt x="4864676" y="1281103"/>
                </a:lnTo>
                <a:lnTo>
                  <a:pt x="4864676" y="4864676"/>
                </a:lnTo>
                <a:lnTo>
                  <a:pt x="0" y="4864676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987C18C-164D-4263-B486-4647A98E8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789020" y="1"/>
            <a:ext cx="6613961" cy="3286380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7E98B39-04C6-408B-92FD-768628740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286" y="3571620"/>
            <a:ext cx="6613961" cy="3286380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16">
            <a:extLst>
              <a:ext uri="{FF2B5EF4-FFF2-40B4-BE49-F238E27FC236}">
                <a16:creationId xmlns:a16="http://schemas.microsoft.com/office/drawing/2014/main" id="{981C8C27-2457-421F-BDC4-7B4EA3C7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CEA13C66-82C1-44AF-972B-8F5CCA41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71208" y="5287803"/>
            <a:ext cx="955808" cy="9558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eform: Shape 20">
            <a:extLst>
              <a:ext uri="{FF2B5EF4-FFF2-40B4-BE49-F238E27FC236}">
                <a16:creationId xmlns:a16="http://schemas.microsoft.com/office/drawing/2014/main" id="{9DB36437-FE59-457E-91A7-396BBD3C9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882EC5C-283D-467A-9660-6D51012FA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4642" y="2353641"/>
            <a:ext cx="5782716" cy="2150719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de-DE" sz="3600" kern="1200">
                <a:solidFill>
                  <a:srgbClr val="080808"/>
                </a:solidFill>
                <a:latin typeface="+mj-lt"/>
                <a:ea typeface="+mj-ea"/>
                <a:cs typeface="+mj-cs"/>
              </a:rPr>
              <a:t>Was ist CRISPR?</a:t>
            </a:r>
          </a:p>
        </p:txBody>
      </p:sp>
      <p:sp>
        <p:nvSpPr>
          <p:cNvPr id="34" name="Rectangle 22">
            <a:extLst>
              <a:ext uri="{FF2B5EF4-FFF2-40B4-BE49-F238E27FC236}">
                <a16:creationId xmlns:a16="http://schemas.microsoft.com/office/drawing/2014/main" id="{844D3693-2EFE-4667-89D5-47E2D5920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42846" y="410171"/>
            <a:ext cx="1321281" cy="1321281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4">
            <a:extLst>
              <a:ext uri="{FF2B5EF4-FFF2-40B4-BE49-F238E27FC236}">
                <a16:creationId xmlns:a16="http://schemas.microsoft.com/office/drawing/2014/main" id="{C21FD796-9CD0-404D-8DF5-5274C0BCC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30319" y="1508609"/>
            <a:ext cx="700047" cy="70004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57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9">
            <a:extLst>
              <a:ext uri="{FF2B5EF4-FFF2-40B4-BE49-F238E27FC236}">
                <a16:creationId xmlns:a16="http://schemas.microsoft.com/office/drawing/2014/main" id="{6EFFF4A2-EB01-4738-9824-8D9A72A51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62D0B0-9682-47EB-8252-CB2C1DD5D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264" y="4535424"/>
            <a:ext cx="3685032" cy="1591056"/>
          </a:xfrm>
        </p:spPr>
        <p:txBody>
          <a:bodyPr anchor="t">
            <a:normAutofit/>
          </a:bodyPr>
          <a:lstStyle/>
          <a:p>
            <a:r>
              <a:rPr lang="de-DE" sz="3400"/>
              <a:t>Wer hat wann CRISPR entdeckt?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68FC0B1-D701-4C7F-A24A-208DBA3D3A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34"/>
          <a:stretch/>
        </p:blipFill>
        <p:spPr>
          <a:xfrm>
            <a:off x="20" y="10"/>
            <a:ext cx="4571980" cy="422451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123E69C-497F-4C96-A2D5-7E285063EC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28" r="2" b="20268"/>
          <a:stretch/>
        </p:blipFill>
        <p:spPr>
          <a:xfrm>
            <a:off x="4657344" y="10"/>
            <a:ext cx="7534656" cy="4226709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BB4AC0-A7FC-4A0E-A713-C871D359B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4920" y="4535424"/>
            <a:ext cx="4498848" cy="1618488"/>
          </a:xfrm>
        </p:spPr>
        <p:txBody>
          <a:bodyPr>
            <a:normAutofit/>
          </a:bodyPr>
          <a:lstStyle/>
          <a:p>
            <a:r>
              <a:rPr lang="de-DE" sz="2000" dirty="0"/>
              <a:t>1987</a:t>
            </a:r>
          </a:p>
          <a:p>
            <a:r>
              <a:rPr lang="de-DE" sz="2000" dirty="0"/>
              <a:t>Anfang des 21. Jahrhunderts </a:t>
            </a:r>
          </a:p>
          <a:p>
            <a:r>
              <a:rPr lang="de-DE" sz="2000" dirty="0"/>
              <a:t>2011</a:t>
            </a:r>
          </a:p>
          <a:p>
            <a:r>
              <a:rPr lang="de-DE" sz="2000" dirty="0"/>
              <a:t>2013</a:t>
            </a:r>
          </a:p>
        </p:txBody>
      </p:sp>
      <p:grpSp>
        <p:nvGrpSpPr>
          <p:cNvPr id="8" name="Group 11">
            <a:extLst>
              <a:ext uri="{FF2B5EF4-FFF2-40B4-BE49-F238E27FC236}">
                <a16:creationId xmlns:a16="http://schemas.microsoft.com/office/drawing/2014/main" id="{D4469D90-62FA-49B2-981E-5305361D5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02370" y="4592474"/>
            <a:ext cx="1128382" cy="847206"/>
            <a:chOff x="8183879" y="1000124"/>
            <a:chExt cx="1562267" cy="1172973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81E6897-9689-4C48-ADC3-9F41AAE3A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404E145C-C4EA-4DED-B029-22B811FCE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49133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4155DB-7440-45D8-BA2A-6B2342BB9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23392"/>
            <a:ext cx="3363974" cy="1607060"/>
          </a:xfrm>
          <a:noFill/>
          <a:ln w="19050">
            <a:solidFill>
              <a:schemeClr val="tx1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de-DE" sz="2800"/>
              <a:t>Wie wurde CRISPR entdeckt?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A624AE-C22F-4C14-9CD8-8C4449D30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3"/>
            <a:ext cx="3363974" cy="3415623"/>
          </a:xfrm>
        </p:spPr>
        <p:txBody>
          <a:bodyPr>
            <a:normAutofit/>
          </a:bodyPr>
          <a:lstStyle/>
          <a:p>
            <a:r>
              <a:rPr lang="de-DE" sz="2000"/>
              <a:t>Zufall</a:t>
            </a:r>
          </a:p>
          <a:p>
            <a:r>
              <a:rPr lang="de-DE" sz="2000"/>
              <a:t>Abwehrmechanismus</a:t>
            </a:r>
          </a:p>
          <a:p>
            <a:r>
              <a:rPr lang="de-DE" sz="2000"/>
              <a:t>Beispiel Bakteriophagen</a:t>
            </a:r>
          </a:p>
        </p:txBody>
      </p:sp>
      <p:pic>
        <p:nvPicPr>
          <p:cNvPr id="5" name="Grafik 4" descr="Ein Bild, das Monitor, Uhr, Bildschirm, Telefon enthält.&#10;&#10;Automatisch generierte Beschreibung">
            <a:extLst>
              <a:ext uri="{FF2B5EF4-FFF2-40B4-BE49-F238E27FC236}">
                <a16:creationId xmlns:a16="http://schemas.microsoft.com/office/drawing/2014/main" id="{6EC2414C-8985-435B-B45B-D28B20468C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910" y="659330"/>
            <a:ext cx="7638977" cy="5539339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BA82899C-7A04-454C-8B24-DEE74E180B5E}"/>
              </a:ext>
            </a:extLst>
          </p:cNvPr>
          <p:cNvSpPr/>
          <p:nvPr/>
        </p:nvSpPr>
        <p:spPr>
          <a:xfrm>
            <a:off x="4755569" y="737419"/>
            <a:ext cx="1709633" cy="40558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6580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BDE384F7-9334-40D3-94BC-E3CD9B1E0C5E}"/>
              </a:ext>
            </a:extLst>
          </p:cNvPr>
          <p:cNvSpPr/>
          <p:nvPr/>
        </p:nvSpPr>
        <p:spPr>
          <a:xfrm>
            <a:off x="0" y="0"/>
            <a:ext cx="2950028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66D93DC-630D-4EC3-9F9F-33E99B30D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356" y="455790"/>
            <a:ext cx="2950028" cy="2162854"/>
          </a:xfrm>
        </p:spPr>
        <p:txBody>
          <a:bodyPr>
            <a:normAutofit fontScale="90000"/>
          </a:bodyPr>
          <a:lstStyle/>
          <a:p>
            <a:r>
              <a:rPr lang="de-DE">
                <a:solidFill>
                  <a:schemeClr val="bg2"/>
                </a:solidFill>
              </a:rPr>
              <a:t>Wie funktioniert CRISPR praktisch?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67138CB-30C9-406F-9D0F-2F95A23A1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04" y="3656895"/>
            <a:ext cx="2825931" cy="2162854"/>
          </a:xfrm>
        </p:spPr>
        <p:txBody>
          <a:bodyPr>
            <a:normAutofit/>
          </a:bodyPr>
          <a:lstStyle/>
          <a:p>
            <a:r>
              <a:rPr lang="de-DE" sz="1200">
                <a:solidFill>
                  <a:schemeClr val="bg2"/>
                </a:solidFill>
              </a:rPr>
              <a:t>A Ei vor der Injektion</a:t>
            </a:r>
          </a:p>
          <a:p>
            <a:r>
              <a:rPr lang="de-DE" sz="1200">
                <a:solidFill>
                  <a:schemeClr val="bg2"/>
                </a:solidFill>
              </a:rPr>
              <a:t>B Ei nach der Injektion</a:t>
            </a:r>
          </a:p>
          <a:p>
            <a:r>
              <a:rPr lang="de-DE" sz="1200">
                <a:solidFill>
                  <a:schemeClr val="bg2"/>
                </a:solidFill>
              </a:rPr>
              <a:t>C Ei Dotter</a:t>
            </a:r>
          </a:p>
          <a:p>
            <a:r>
              <a:rPr lang="de-DE" sz="1200">
                <a:solidFill>
                  <a:schemeClr val="bg2"/>
                </a:solidFill>
              </a:rPr>
              <a:t>D Injizierte Flüssigkeit </a:t>
            </a:r>
          </a:p>
          <a:p>
            <a:r>
              <a:rPr lang="de-DE" sz="1200">
                <a:solidFill>
                  <a:schemeClr val="bg2"/>
                </a:solidFill>
              </a:rPr>
              <a:t>E Nadelspitzte</a:t>
            </a:r>
          </a:p>
          <a:p>
            <a:r>
              <a:rPr lang="de-DE" sz="1200">
                <a:solidFill>
                  <a:schemeClr val="bg2"/>
                </a:solidFill>
              </a:rPr>
              <a:t>F Zygote</a:t>
            </a:r>
          </a:p>
          <a:p>
            <a:r>
              <a:rPr lang="de-DE" sz="1200">
                <a:solidFill>
                  <a:schemeClr val="bg2"/>
                </a:solidFill>
              </a:rPr>
              <a:t>G Natürlicher Schutz des Ei Dotters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62DA445-35CE-435B-85B1-E0FAECAE2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173" y="1678076"/>
            <a:ext cx="9165827" cy="326672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CFD23DD4-B056-4DCC-85DE-03E01EF04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6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1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7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786B19-27D3-41BB-902B-67EE1275D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567843"/>
            <a:ext cx="3712224" cy="3714496"/>
          </a:xfrm>
        </p:spPr>
        <p:txBody>
          <a:bodyPr anchor="ctr">
            <a:normAutofit/>
          </a:bodyPr>
          <a:lstStyle/>
          <a:p>
            <a:r>
              <a:rPr lang="de-DE" sz="3400"/>
              <a:t>Welche Anwendungsfelder hat CRISPR?</a:t>
            </a:r>
          </a:p>
        </p:txBody>
      </p:sp>
      <p:grpSp>
        <p:nvGrpSpPr>
          <p:cNvPr id="40" name="Group 9">
            <a:extLst>
              <a:ext uri="{FF2B5EF4-FFF2-40B4-BE49-F238E27FC236}">
                <a16:creationId xmlns:a16="http://schemas.microsoft.com/office/drawing/2014/main" id="{2C3846A5-A498-4C9E-B4DC-13532657D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5506" y="643467"/>
            <a:ext cx="1128382" cy="847206"/>
            <a:chOff x="8183879" y="1000124"/>
            <a:chExt cx="1562267" cy="1172973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A845FC1-FE68-40DE-B785-AA0F3DBD6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5">
              <a:extLst>
                <a:ext uri="{FF2B5EF4-FFF2-40B4-BE49-F238E27FC236}">
                  <a16:creationId xmlns:a16="http://schemas.microsoft.com/office/drawing/2014/main" id="{C26048ED-7A92-4694-A168-2C6C5C0D63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2" name="Freeform: Shape 13">
            <a:extLst>
              <a:ext uri="{FF2B5EF4-FFF2-40B4-BE49-F238E27FC236}">
                <a16:creationId xmlns:a16="http://schemas.microsoft.com/office/drawing/2014/main" id="{662A3FAA-D056-4098-8115-EA61EAF06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7645" y="839534"/>
            <a:ext cx="6781601" cy="5652388"/>
          </a:xfrm>
          <a:custGeom>
            <a:avLst/>
            <a:gdLst>
              <a:gd name="connsiteX0" fmla="*/ 2768595 w 4574113"/>
              <a:gd name="connsiteY0" fmla="*/ 2476119 h 3812472"/>
              <a:gd name="connsiteX1" fmla="*/ 3374676 w 4574113"/>
              <a:gd name="connsiteY1" fmla="*/ 2476119 h 3812472"/>
              <a:gd name="connsiteX2" fmla="*/ 3403209 w 4574113"/>
              <a:gd name="connsiteY2" fmla="*/ 2479909 h 3812472"/>
              <a:gd name="connsiteX3" fmla="*/ 3422833 w 4574113"/>
              <a:gd name="connsiteY3" fmla="*/ 2488137 h 3812472"/>
              <a:gd name="connsiteX4" fmla="*/ 3410840 w 4574113"/>
              <a:gd name="connsiteY4" fmla="*/ 2508879 h 3812472"/>
              <a:gd name="connsiteX5" fmla="*/ 2985934 w 4574113"/>
              <a:gd name="connsiteY5" fmla="*/ 3243764 h 3812472"/>
              <a:gd name="connsiteX6" fmla="*/ 2732784 w 4574113"/>
              <a:gd name="connsiteY6" fmla="*/ 3390890 h 3812472"/>
              <a:gd name="connsiteX7" fmla="*/ 2529297 w 4574113"/>
              <a:gd name="connsiteY7" fmla="*/ 3390890 h 3812472"/>
              <a:gd name="connsiteX8" fmla="*/ 2505559 w 4574113"/>
              <a:gd name="connsiteY8" fmla="*/ 3390890 h 3812472"/>
              <a:gd name="connsiteX9" fmla="*/ 2482907 w 4574113"/>
              <a:gd name="connsiteY9" fmla="*/ 3351884 h 3812472"/>
              <a:gd name="connsiteX10" fmla="*/ 2371959 w 4574113"/>
              <a:gd name="connsiteY10" fmla="*/ 3160822 h 3812472"/>
              <a:gd name="connsiteX11" fmla="*/ 2371959 w 4574113"/>
              <a:gd name="connsiteY11" fmla="*/ 3053878 h 3812472"/>
              <a:gd name="connsiteX12" fmla="*/ 2675654 w 4574113"/>
              <a:gd name="connsiteY12" fmla="*/ 2530895 h 3812472"/>
              <a:gd name="connsiteX13" fmla="*/ 2768595 w 4574113"/>
              <a:gd name="connsiteY13" fmla="*/ 2476119 h 3812472"/>
              <a:gd name="connsiteX14" fmla="*/ 3909778 w 4574113"/>
              <a:gd name="connsiteY14" fmla="*/ 676847 h 3812472"/>
              <a:gd name="connsiteX15" fmla="*/ 4305516 w 4574113"/>
              <a:gd name="connsiteY15" fmla="*/ 676847 h 3812472"/>
              <a:gd name="connsiteX16" fmla="*/ 4367056 w 4574113"/>
              <a:gd name="connsiteY16" fmla="*/ 712612 h 3812472"/>
              <a:gd name="connsiteX17" fmla="*/ 4564498 w 4574113"/>
              <a:gd name="connsiteY17" fmla="*/ 1054092 h 3812472"/>
              <a:gd name="connsiteX18" fmla="*/ 4564498 w 4574113"/>
              <a:gd name="connsiteY18" fmla="*/ 1123921 h 3812472"/>
              <a:gd name="connsiteX19" fmla="*/ 4367056 w 4574113"/>
              <a:gd name="connsiteY19" fmla="*/ 1465401 h 3812472"/>
              <a:gd name="connsiteX20" fmla="*/ 4305516 w 4574113"/>
              <a:gd name="connsiteY20" fmla="*/ 1501167 h 3812472"/>
              <a:gd name="connsiteX21" fmla="*/ 3909778 w 4574113"/>
              <a:gd name="connsiteY21" fmla="*/ 1501167 h 3812472"/>
              <a:gd name="connsiteX22" fmla="*/ 3849091 w 4574113"/>
              <a:gd name="connsiteY22" fmla="*/ 1465401 h 3812472"/>
              <a:gd name="connsiteX23" fmla="*/ 3650795 w 4574113"/>
              <a:gd name="connsiteY23" fmla="*/ 1123921 h 3812472"/>
              <a:gd name="connsiteX24" fmla="*/ 3650795 w 4574113"/>
              <a:gd name="connsiteY24" fmla="*/ 1054092 h 3812472"/>
              <a:gd name="connsiteX25" fmla="*/ 3849091 w 4574113"/>
              <a:gd name="connsiteY25" fmla="*/ 712612 h 3812472"/>
              <a:gd name="connsiteX26" fmla="*/ 3909778 w 4574113"/>
              <a:gd name="connsiteY26" fmla="*/ 676847 h 3812472"/>
              <a:gd name="connsiteX27" fmla="*/ 1104892 w 4574113"/>
              <a:gd name="connsiteY27" fmla="*/ 0 h 3812472"/>
              <a:gd name="connsiteX28" fmla="*/ 2732784 w 4574113"/>
              <a:gd name="connsiteY28" fmla="*/ 0 h 3812472"/>
              <a:gd name="connsiteX29" fmla="*/ 2985934 w 4574113"/>
              <a:gd name="connsiteY29" fmla="*/ 147125 h 3812472"/>
              <a:gd name="connsiteX30" fmla="*/ 3798122 w 4574113"/>
              <a:gd name="connsiteY30" fmla="*/ 1551823 h 3812472"/>
              <a:gd name="connsiteX31" fmla="*/ 3798122 w 4574113"/>
              <a:gd name="connsiteY31" fmla="*/ 1839068 h 3812472"/>
              <a:gd name="connsiteX32" fmla="*/ 3496551 w 4574113"/>
              <a:gd name="connsiteY32" fmla="*/ 2360642 h 3812472"/>
              <a:gd name="connsiteX33" fmla="*/ 3471135 w 4574113"/>
              <a:gd name="connsiteY33" fmla="*/ 2404597 h 3812472"/>
              <a:gd name="connsiteX34" fmla="*/ 3472029 w 4574113"/>
              <a:gd name="connsiteY34" fmla="*/ 2404972 h 3812472"/>
              <a:gd name="connsiteX35" fmla="*/ 3516881 w 4574113"/>
              <a:gd name="connsiteY35" fmla="*/ 2450209 h 3812472"/>
              <a:gd name="connsiteX36" fmla="*/ 3857970 w 4574113"/>
              <a:gd name="connsiteY36" fmla="*/ 3040131 h 3812472"/>
              <a:gd name="connsiteX37" fmla="*/ 3857970 w 4574113"/>
              <a:gd name="connsiteY37" fmla="*/ 3160764 h 3812472"/>
              <a:gd name="connsiteX38" fmla="*/ 3516881 w 4574113"/>
              <a:gd name="connsiteY38" fmla="*/ 3750684 h 3812472"/>
              <a:gd name="connsiteX39" fmla="*/ 3410567 w 4574113"/>
              <a:gd name="connsiteY39" fmla="*/ 3812472 h 3812472"/>
              <a:gd name="connsiteX40" fmla="*/ 2726911 w 4574113"/>
              <a:gd name="connsiteY40" fmla="*/ 3812472 h 3812472"/>
              <a:gd name="connsiteX41" fmla="*/ 2622074 w 4574113"/>
              <a:gd name="connsiteY41" fmla="*/ 3750684 h 3812472"/>
              <a:gd name="connsiteX42" fmla="*/ 2438330 w 4574113"/>
              <a:gd name="connsiteY42" fmla="*/ 3434265 h 3812472"/>
              <a:gd name="connsiteX43" fmla="*/ 2417573 w 4574113"/>
              <a:gd name="connsiteY43" fmla="*/ 3398519 h 3812472"/>
              <a:gd name="connsiteX44" fmla="*/ 2433905 w 4574113"/>
              <a:gd name="connsiteY44" fmla="*/ 3398519 h 3812472"/>
              <a:gd name="connsiteX45" fmla="*/ 2511101 w 4574113"/>
              <a:gd name="connsiteY45" fmla="*/ 3398519 h 3812472"/>
              <a:gd name="connsiteX46" fmla="*/ 2544636 w 4574113"/>
              <a:gd name="connsiteY46" fmla="*/ 3456269 h 3812472"/>
              <a:gd name="connsiteX47" fmla="*/ 2672757 w 4574113"/>
              <a:gd name="connsiteY47" fmla="*/ 3676902 h 3812472"/>
              <a:gd name="connsiteX48" fmla="*/ 2765699 w 4574113"/>
              <a:gd name="connsiteY48" fmla="*/ 3731679 h 3812472"/>
              <a:gd name="connsiteX49" fmla="*/ 3371780 w 4574113"/>
              <a:gd name="connsiteY49" fmla="*/ 3731679 h 3812472"/>
              <a:gd name="connsiteX50" fmla="*/ 3466029 w 4574113"/>
              <a:gd name="connsiteY50" fmla="*/ 3676902 h 3812472"/>
              <a:gd name="connsiteX51" fmla="*/ 3768415 w 4574113"/>
              <a:gd name="connsiteY51" fmla="*/ 3153920 h 3812472"/>
              <a:gd name="connsiteX52" fmla="*/ 3768415 w 4574113"/>
              <a:gd name="connsiteY52" fmla="*/ 3046975 h 3812472"/>
              <a:gd name="connsiteX53" fmla="*/ 3466029 w 4574113"/>
              <a:gd name="connsiteY53" fmla="*/ 2523992 h 3812472"/>
              <a:gd name="connsiteX54" fmla="*/ 3426268 w 4574113"/>
              <a:gd name="connsiteY54" fmla="*/ 2483888 h 3812472"/>
              <a:gd name="connsiteX55" fmla="*/ 3421667 w 4574113"/>
              <a:gd name="connsiteY55" fmla="*/ 2481960 h 3812472"/>
              <a:gd name="connsiteX56" fmla="*/ 3446331 w 4574113"/>
              <a:gd name="connsiteY56" fmla="*/ 2439303 h 3812472"/>
              <a:gd name="connsiteX57" fmla="*/ 3464674 w 4574113"/>
              <a:gd name="connsiteY57" fmla="*/ 2407578 h 3812472"/>
              <a:gd name="connsiteX58" fmla="*/ 3445649 w 4574113"/>
              <a:gd name="connsiteY58" fmla="*/ 2399601 h 3812472"/>
              <a:gd name="connsiteX59" fmla="*/ 3413464 w 4574113"/>
              <a:gd name="connsiteY59" fmla="*/ 2395325 h 3812472"/>
              <a:gd name="connsiteX60" fmla="*/ 2729808 w 4574113"/>
              <a:gd name="connsiteY60" fmla="*/ 2395325 h 3812472"/>
              <a:gd name="connsiteX61" fmla="*/ 2624971 w 4574113"/>
              <a:gd name="connsiteY61" fmla="*/ 2457112 h 3812472"/>
              <a:gd name="connsiteX62" fmla="*/ 2282405 w 4574113"/>
              <a:gd name="connsiteY62" fmla="*/ 3047034 h 3812472"/>
              <a:gd name="connsiteX63" fmla="*/ 2282405 w 4574113"/>
              <a:gd name="connsiteY63" fmla="*/ 3167666 h 3812472"/>
              <a:gd name="connsiteX64" fmla="*/ 2395478 w 4574113"/>
              <a:gd name="connsiteY64" fmla="*/ 3362386 h 3812472"/>
              <a:gd name="connsiteX65" fmla="*/ 2412031 w 4574113"/>
              <a:gd name="connsiteY65" fmla="*/ 3390890 h 3812472"/>
              <a:gd name="connsiteX66" fmla="*/ 2335350 w 4574113"/>
              <a:gd name="connsiteY66" fmla="*/ 3390890 h 3812472"/>
              <a:gd name="connsiteX67" fmla="*/ 1104892 w 4574113"/>
              <a:gd name="connsiteY67" fmla="*/ 3390890 h 3812472"/>
              <a:gd name="connsiteX68" fmla="*/ 855258 w 4574113"/>
              <a:gd name="connsiteY68" fmla="*/ 3243764 h 3812472"/>
              <a:gd name="connsiteX69" fmla="*/ 39555 w 4574113"/>
              <a:gd name="connsiteY69" fmla="*/ 1839068 h 3812472"/>
              <a:gd name="connsiteX70" fmla="*/ 39555 w 4574113"/>
              <a:gd name="connsiteY70" fmla="*/ 1551823 h 3812472"/>
              <a:gd name="connsiteX71" fmla="*/ 855258 w 4574113"/>
              <a:gd name="connsiteY71" fmla="*/ 147125 h 3812472"/>
              <a:gd name="connsiteX72" fmla="*/ 1104892 w 4574113"/>
              <a:gd name="connsiteY72" fmla="*/ 0 h 3812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4574113" h="3812472">
                <a:moveTo>
                  <a:pt x="2768595" y="2476119"/>
                </a:moveTo>
                <a:cubicBezTo>
                  <a:pt x="2768595" y="2476119"/>
                  <a:pt x="2768595" y="2476119"/>
                  <a:pt x="3374676" y="2476119"/>
                </a:cubicBezTo>
                <a:cubicBezTo>
                  <a:pt x="3384493" y="2476119"/>
                  <a:pt x="3394066" y="2477423"/>
                  <a:pt x="3403209" y="2479909"/>
                </a:cubicBezTo>
                <a:lnTo>
                  <a:pt x="3422833" y="2488137"/>
                </a:lnTo>
                <a:lnTo>
                  <a:pt x="3410840" y="2508879"/>
                </a:lnTo>
                <a:cubicBezTo>
                  <a:pt x="3302401" y="2696426"/>
                  <a:pt x="3163600" y="2936487"/>
                  <a:pt x="2985934" y="3243764"/>
                </a:cubicBezTo>
                <a:cubicBezTo>
                  <a:pt x="2933195" y="3334842"/>
                  <a:pt x="2838263" y="3390890"/>
                  <a:pt x="2732784" y="3390890"/>
                </a:cubicBezTo>
                <a:cubicBezTo>
                  <a:pt x="2732784" y="3390890"/>
                  <a:pt x="2732784" y="3390890"/>
                  <a:pt x="2529297" y="3390890"/>
                </a:cubicBezTo>
                <a:lnTo>
                  <a:pt x="2505559" y="3390890"/>
                </a:lnTo>
                <a:lnTo>
                  <a:pt x="2482907" y="3351884"/>
                </a:lnTo>
                <a:cubicBezTo>
                  <a:pt x="2451367" y="3297569"/>
                  <a:pt x="2414666" y="3234367"/>
                  <a:pt x="2371959" y="3160822"/>
                </a:cubicBezTo>
                <a:cubicBezTo>
                  <a:pt x="2352324" y="3128217"/>
                  <a:pt x="2352324" y="3086483"/>
                  <a:pt x="2371959" y="3053878"/>
                </a:cubicBezTo>
                <a:cubicBezTo>
                  <a:pt x="2371959" y="3053878"/>
                  <a:pt x="2371959" y="3053878"/>
                  <a:pt x="2675654" y="2530895"/>
                </a:cubicBezTo>
                <a:cubicBezTo>
                  <a:pt x="2693981" y="2496986"/>
                  <a:pt x="2730633" y="2476119"/>
                  <a:pt x="2768595" y="2476119"/>
                </a:cubicBezTo>
                <a:close/>
                <a:moveTo>
                  <a:pt x="3909778" y="676847"/>
                </a:moveTo>
                <a:cubicBezTo>
                  <a:pt x="3909778" y="676847"/>
                  <a:pt x="3909778" y="676847"/>
                  <a:pt x="4305516" y="676847"/>
                </a:cubicBezTo>
                <a:cubicBezTo>
                  <a:pt x="4331158" y="676847"/>
                  <a:pt x="4354235" y="690472"/>
                  <a:pt x="4367056" y="712612"/>
                </a:cubicBezTo>
                <a:cubicBezTo>
                  <a:pt x="4367056" y="712612"/>
                  <a:pt x="4367056" y="712612"/>
                  <a:pt x="4564498" y="1054092"/>
                </a:cubicBezTo>
                <a:cubicBezTo>
                  <a:pt x="4577319" y="1075382"/>
                  <a:pt x="4577319" y="1102632"/>
                  <a:pt x="4564498" y="1123921"/>
                </a:cubicBezTo>
                <a:cubicBezTo>
                  <a:pt x="4564498" y="1123921"/>
                  <a:pt x="4564498" y="1123921"/>
                  <a:pt x="4367056" y="1465401"/>
                </a:cubicBezTo>
                <a:cubicBezTo>
                  <a:pt x="4354235" y="1487542"/>
                  <a:pt x="4331158" y="1501167"/>
                  <a:pt x="4305516" y="1501167"/>
                </a:cubicBezTo>
                <a:cubicBezTo>
                  <a:pt x="4305516" y="1501167"/>
                  <a:pt x="4305516" y="1501167"/>
                  <a:pt x="3909778" y="1501167"/>
                </a:cubicBezTo>
                <a:cubicBezTo>
                  <a:pt x="3884990" y="1501167"/>
                  <a:pt x="3861058" y="1487542"/>
                  <a:pt x="3849091" y="1465401"/>
                </a:cubicBezTo>
                <a:cubicBezTo>
                  <a:pt x="3849091" y="1465401"/>
                  <a:pt x="3849091" y="1465401"/>
                  <a:pt x="3650795" y="1123921"/>
                </a:cubicBezTo>
                <a:cubicBezTo>
                  <a:pt x="3637974" y="1102632"/>
                  <a:pt x="3637974" y="1075382"/>
                  <a:pt x="3650795" y="1054092"/>
                </a:cubicBezTo>
                <a:cubicBezTo>
                  <a:pt x="3650795" y="1054092"/>
                  <a:pt x="3650795" y="1054092"/>
                  <a:pt x="3849091" y="712612"/>
                </a:cubicBezTo>
                <a:cubicBezTo>
                  <a:pt x="3861058" y="690472"/>
                  <a:pt x="3884990" y="676847"/>
                  <a:pt x="3909778" y="676847"/>
                </a:cubicBezTo>
                <a:close/>
                <a:moveTo>
                  <a:pt x="1104892" y="0"/>
                </a:moveTo>
                <a:cubicBezTo>
                  <a:pt x="1104892" y="0"/>
                  <a:pt x="1104892" y="0"/>
                  <a:pt x="2732784" y="0"/>
                </a:cubicBezTo>
                <a:cubicBezTo>
                  <a:pt x="2838263" y="0"/>
                  <a:pt x="2933195" y="56047"/>
                  <a:pt x="2985934" y="147125"/>
                </a:cubicBezTo>
                <a:cubicBezTo>
                  <a:pt x="2985934" y="147125"/>
                  <a:pt x="2985934" y="147125"/>
                  <a:pt x="3798122" y="1551823"/>
                </a:cubicBezTo>
                <a:cubicBezTo>
                  <a:pt x="3850862" y="1639397"/>
                  <a:pt x="3850862" y="1751493"/>
                  <a:pt x="3798122" y="1839068"/>
                </a:cubicBezTo>
                <a:cubicBezTo>
                  <a:pt x="3798122" y="1839068"/>
                  <a:pt x="3798122" y="1839068"/>
                  <a:pt x="3496551" y="2360642"/>
                </a:cubicBezTo>
                <a:lnTo>
                  <a:pt x="3471135" y="2404597"/>
                </a:lnTo>
                <a:lnTo>
                  <a:pt x="3472029" y="2404972"/>
                </a:lnTo>
                <a:cubicBezTo>
                  <a:pt x="3490302" y="2415638"/>
                  <a:pt x="3505806" y="2431084"/>
                  <a:pt x="3516881" y="2450209"/>
                </a:cubicBezTo>
                <a:cubicBezTo>
                  <a:pt x="3516881" y="2450209"/>
                  <a:pt x="3516881" y="2450209"/>
                  <a:pt x="3857970" y="3040131"/>
                </a:cubicBezTo>
                <a:cubicBezTo>
                  <a:pt x="3880120" y="3076909"/>
                  <a:pt x="3880120" y="3123985"/>
                  <a:pt x="3857970" y="3160764"/>
                </a:cubicBezTo>
                <a:cubicBezTo>
                  <a:pt x="3857970" y="3160764"/>
                  <a:pt x="3857970" y="3160764"/>
                  <a:pt x="3516881" y="3750684"/>
                </a:cubicBezTo>
                <a:cubicBezTo>
                  <a:pt x="3494732" y="3788933"/>
                  <a:pt x="3454864" y="3812472"/>
                  <a:pt x="3410567" y="3812472"/>
                </a:cubicBezTo>
                <a:cubicBezTo>
                  <a:pt x="3410567" y="3812472"/>
                  <a:pt x="3410567" y="3812472"/>
                  <a:pt x="2726911" y="3812472"/>
                </a:cubicBezTo>
                <a:cubicBezTo>
                  <a:pt x="2684090" y="3812472"/>
                  <a:pt x="2642747" y="3788933"/>
                  <a:pt x="2622074" y="3750684"/>
                </a:cubicBezTo>
                <a:cubicBezTo>
                  <a:pt x="2622074" y="3750684"/>
                  <a:pt x="2622074" y="3750684"/>
                  <a:pt x="2438330" y="3434265"/>
                </a:cubicBezTo>
                <a:lnTo>
                  <a:pt x="2417573" y="3398519"/>
                </a:lnTo>
                <a:lnTo>
                  <a:pt x="2433905" y="3398519"/>
                </a:lnTo>
                <a:lnTo>
                  <a:pt x="2511101" y="3398519"/>
                </a:lnTo>
                <a:lnTo>
                  <a:pt x="2544636" y="3456269"/>
                </a:lnTo>
                <a:cubicBezTo>
                  <a:pt x="2672757" y="3676902"/>
                  <a:pt x="2672757" y="3676902"/>
                  <a:pt x="2672757" y="3676902"/>
                </a:cubicBezTo>
                <a:cubicBezTo>
                  <a:pt x="2691084" y="3710811"/>
                  <a:pt x="2727737" y="3731679"/>
                  <a:pt x="2765699" y="3731679"/>
                </a:cubicBezTo>
                <a:cubicBezTo>
                  <a:pt x="3371780" y="3731679"/>
                  <a:pt x="3371780" y="3731679"/>
                  <a:pt x="3371780" y="3731679"/>
                </a:cubicBezTo>
                <a:cubicBezTo>
                  <a:pt x="3411050" y="3731679"/>
                  <a:pt x="3446394" y="3710811"/>
                  <a:pt x="3466029" y="3676902"/>
                </a:cubicBezTo>
                <a:cubicBezTo>
                  <a:pt x="3768415" y="3153920"/>
                  <a:pt x="3768415" y="3153920"/>
                  <a:pt x="3768415" y="3153920"/>
                </a:cubicBezTo>
                <a:cubicBezTo>
                  <a:pt x="3788051" y="3121314"/>
                  <a:pt x="3788051" y="3079580"/>
                  <a:pt x="3768415" y="3046975"/>
                </a:cubicBezTo>
                <a:cubicBezTo>
                  <a:pt x="3466029" y="2523992"/>
                  <a:pt x="3466029" y="2523992"/>
                  <a:pt x="3466029" y="2523992"/>
                </a:cubicBezTo>
                <a:cubicBezTo>
                  <a:pt x="3456211" y="2507037"/>
                  <a:pt x="3442467" y="2493343"/>
                  <a:pt x="3426268" y="2483888"/>
                </a:cubicBezTo>
                <a:lnTo>
                  <a:pt x="3421667" y="2481960"/>
                </a:lnTo>
                <a:lnTo>
                  <a:pt x="3446331" y="2439303"/>
                </a:lnTo>
                <a:lnTo>
                  <a:pt x="3464674" y="2407578"/>
                </a:lnTo>
                <a:lnTo>
                  <a:pt x="3445649" y="2399601"/>
                </a:lnTo>
                <a:cubicBezTo>
                  <a:pt x="3435335" y="2396796"/>
                  <a:pt x="3424538" y="2395325"/>
                  <a:pt x="3413464" y="2395325"/>
                </a:cubicBezTo>
                <a:cubicBezTo>
                  <a:pt x="2729808" y="2395325"/>
                  <a:pt x="2729808" y="2395325"/>
                  <a:pt x="2729808" y="2395325"/>
                </a:cubicBezTo>
                <a:cubicBezTo>
                  <a:pt x="2686987" y="2395325"/>
                  <a:pt x="2645644" y="2418863"/>
                  <a:pt x="2624971" y="2457112"/>
                </a:cubicBezTo>
                <a:cubicBezTo>
                  <a:pt x="2282405" y="3047034"/>
                  <a:pt x="2282405" y="3047034"/>
                  <a:pt x="2282405" y="3047034"/>
                </a:cubicBezTo>
                <a:cubicBezTo>
                  <a:pt x="2260256" y="3083811"/>
                  <a:pt x="2260256" y="3130887"/>
                  <a:pt x="2282405" y="3167666"/>
                </a:cubicBezTo>
                <a:cubicBezTo>
                  <a:pt x="2325225" y="3241406"/>
                  <a:pt x="2362693" y="3305929"/>
                  <a:pt x="2395478" y="3362386"/>
                </a:cubicBezTo>
                <a:lnTo>
                  <a:pt x="2412031" y="3390890"/>
                </a:lnTo>
                <a:lnTo>
                  <a:pt x="2335350" y="3390890"/>
                </a:lnTo>
                <a:cubicBezTo>
                  <a:pt x="2096889" y="3390890"/>
                  <a:pt x="1715352" y="3390890"/>
                  <a:pt x="1104892" y="3390890"/>
                </a:cubicBezTo>
                <a:cubicBezTo>
                  <a:pt x="1002929" y="3390890"/>
                  <a:pt x="904482" y="3334842"/>
                  <a:pt x="855258" y="3243764"/>
                </a:cubicBezTo>
                <a:cubicBezTo>
                  <a:pt x="855258" y="3243764"/>
                  <a:pt x="855258" y="3243764"/>
                  <a:pt x="39555" y="1839068"/>
                </a:cubicBezTo>
                <a:cubicBezTo>
                  <a:pt x="-13185" y="1751493"/>
                  <a:pt x="-13185" y="1639397"/>
                  <a:pt x="39555" y="1551823"/>
                </a:cubicBezTo>
                <a:cubicBezTo>
                  <a:pt x="39555" y="1551823"/>
                  <a:pt x="39555" y="1551823"/>
                  <a:pt x="855258" y="147125"/>
                </a:cubicBezTo>
                <a:cubicBezTo>
                  <a:pt x="904482" y="56047"/>
                  <a:pt x="1002929" y="0"/>
                  <a:pt x="1104892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626AFB-FA8D-4677-A923-6653EC81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9382" y="2096162"/>
            <a:ext cx="3894161" cy="26578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Blaue Biotechnologie</a:t>
            </a: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Graue Biotechnologie</a:t>
            </a: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Weiße Biotechnologie</a:t>
            </a: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Rote Biotechnologie </a:t>
            </a:r>
          </a:p>
          <a:p>
            <a:pPr marL="0" indent="0">
              <a:buNone/>
            </a:pPr>
            <a:r>
              <a:rPr lang="de-DE" sz="2000" dirty="0">
                <a:solidFill>
                  <a:schemeClr val="bg1"/>
                </a:solidFill>
              </a:rPr>
              <a:t>Grüne Biotechnologie</a:t>
            </a:r>
          </a:p>
          <a:p>
            <a:pPr marL="0" indent="0">
              <a:buNone/>
            </a:pPr>
            <a:endParaRPr lang="de-DE" sz="20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113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27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D7FD16-1B39-4F17-AF38-6B5A701E3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824" y="2698111"/>
            <a:ext cx="5130795" cy="14617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Warum benutzt man CRISPR?</a:t>
            </a:r>
          </a:p>
        </p:txBody>
      </p:sp>
      <p:sp>
        <p:nvSpPr>
          <p:cNvPr id="92" name="Freeform: Shape 29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3" name="Graphic 13">
            <a:extLst>
              <a:ext uri="{FF2B5EF4-FFF2-40B4-BE49-F238E27FC236}">
                <a16:creationId xmlns:a16="http://schemas.microsoft.com/office/drawing/2014/main" id="{8101BECB-427D-42AE-9283-9F66C3F67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05512" y="2217218"/>
            <a:ext cx="2935653" cy="293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485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81075A-8F5D-4CE3-83DF-D01281959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28" y="627564"/>
            <a:ext cx="7474172" cy="1325563"/>
          </a:xfrm>
        </p:spPr>
        <p:txBody>
          <a:bodyPr>
            <a:normAutofit/>
          </a:bodyPr>
          <a:lstStyle/>
          <a:p>
            <a:r>
              <a:rPr lang="de-DE"/>
              <a:t>Die Zukunft von CRISPR: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8EAAE9-C47E-43DA-A1C5-7CFCD2A33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429" y="2278173"/>
            <a:ext cx="6467867" cy="3450613"/>
          </a:xfrm>
        </p:spPr>
        <p:txBody>
          <a:bodyPr anchor="ctr">
            <a:normAutofit/>
          </a:bodyPr>
          <a:lstStyle/>
          <a:p>
            <a:r>
              <a:rPr lang="de-DE" sz="2400" dirty="0"/>
              <a:t>CRISPR 2.0</a:t>
            </a:r>
          </a:p>
          <a:p>
            <a:r>
              <a:rPr lang="de-DE" sz="2400" dirty="0"/>
              <a:t>HIV, Krebs und genetische Krankheiten heilbar </a:t>
            </a:r>
          </a:p>
          <a:p>
            <a:r>
              <a:rPr lang="de-DE" sz="2400" dirty="0"/>
              <a:t>Designerbabys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6">
            <a:extLst>
              <a:ext uri="{FF2B5EF4-FFF2-40B4-BE49-F238E27FC236}">
                <a16:creationId xmlns:a16="http://schemas.microsoft.com/office/drawing/2014/main" id="{56F90CA4-2BE8-463B-8EFF-DD39C3A57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3987" y="2857501"/>
            <a:ext cx="1142998" cy="114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673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9EF661-6DF5-4D06-81FF-3403A6920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204" y="606564"/>
            <a:ext cx="10451592" cy="1325563"/>
          </a:xfrm>
        </p:spPr>
        <p:txBody>
          <a:bodyPr anchor="ctr">
            <a:normAutofit/>
          </a:bodyPr>
          <a:lstStyle/>
          <a:p>
            <a:r>
              <a:rPr lang="de-DE"/>
              <a:t>Die Gefahren von CRISPR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711A0E-A428-4ED1-96CB-33D69FD84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0874" y="2043803"/>
            <a:ext cx="10190252" cy="80683"/>
          </a:xfrm>
          <a:prstGeom prst="rect">
            <a:avLst/>
          </a:prstGeom>
          <a:solidFill>
            <a:schemeClr val="tx1">
              <a:lumMod val="50000"/>
              <a:lumOff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1" name="Inhaltsplatzhalter 2">
            <a:extLst>
              <a:ext uri="{FF2B5EF4-FFF2-40B4-BE49-F238E27FC236}">
                <a16:creationId xmlns:a16="http://schemas.microsoft.com/office/drawing/2014/main" id="{461C5DD9-2813-492B-9E34-3FC7B943FE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3728543"/>
              </p:ext>
            </p:extLst>
          </p:nvPr>
        </p:nvGraphicFramePr>
        <p:xfrm>
          <a:off x="1000874" y="2385390"/>
          <a:ext cx="10190252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41686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6">
            <a:extLst>
              <a:ext uri="{FF2B5EF4-FFF2-40B4-BE49-F238E27FC236}">
                <a16:creationId xmlns:a16="http://schemas.microsoft.com/office/drawing/2014/main" id="{B9008973-65FB-40C1-893A-A58712593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61DBD91-0CEA-4A26-B0D5-EE9D5CFC6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999067"/>
            <a:ext cx="6465757" cy="4856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Meine Meinung:</a:t>
            </a: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2558829B-C7EF-4D51-94DF-A8B1A80C2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0605" y="1"/>
            <a:ext cx="268139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10">
            <a:extLst>
              <a:ext uri="{FF2B5EF4-FFF2-40B4-BE49-F238E27FC236}">
                <a16:creationId xmlns:a16="http://schemas.microsoft.com/office/drawing/2014/main" id="{090A6D10-3F68-4EAB-9085-93C36B5FC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94507" y="767714"/>
            <a:ext cx="3860055" cy="53225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12">
            <a:extLst>
              <a:ext uri="{FF2B5EF4-FFF2-40B4-BE49-F238E27FC236}">
                <a16:creationId xmlns:a16="http://schemas.microsoft.com/office/drawing/2014/main" id="{C38C6B01-5C30-47AE-94D3-B54B34D68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167" y="2761488"/>
            <a:ext cx="242107" cy="1340860"/>
            <a:chOff x="56167" y="2761488"/>
            <a:chExt cx="242107" cy="1340860"/>
          </a:xfrm>
        </p:grpSpPr>
        <p:sp>
          <p:nvSpPr>
            <p:cNvPr id="14" name="Rectangle 2">
              <a:extLst>
                <a:ext uri="{FF2B5EF4-FFF2-40B4-BE49-F238E27FC236}">
                  <a16:creationId xmlns:a16="http://schemas.microsoft.com/office/drawing/2014/main" id="{8C957847-7C0E-48CD-A0C7-E8F76FCB0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33124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59">
              <a:extLst>
                <a:ext uri="{FF2B5EF4-FFF2-40B4-BE49-F238E27FC236}">
                  <a16:creationId xmlns:a16="http://schemas.microsoft.com/office/drawing/2014/main" id="{750A171B-FE02-4328-8218-84B8A73D2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33124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2">
              <a:extLst>
                <a:ext uri="{FF2B5EF4-FFF2-40B4-BE49-F238E27FC236}">
                  <a16:creationId xmlns:a16="http://schemas.microsoft.com/office/drawing/2014/main" id="{D250ED76-8AAB-4BA3-8FB9-7D9DAD1EF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18913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59">
              <a:extLst>
                <a:ext uri="{FF2B5EF4-FFF2-40B4-BE49-F238E27FC236}">
                  <a16:creationId xmlns:a16="http://schemas.microsoft.com/office/drawing/2014/main" id="{90E9A077-3D43-42CE-A80F-4D77A9640A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18913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2">
              <a:extLst>
                <a:ext uri="{FF2B5EF4-FFF2-40B4-BE49-F238E27FC236}">
                  <a16:creationId xmlns:a16="http://schemas.microsoft.com/office/drawing/2014/main" id="{13B87A5D-9EA1-4543-A4CB-0E744C224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04701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59">
              <a:extLst>
                <a:ext uri="{FF2B5EF4-FFF2-40B4-BE49-F238E27FC236}">
                  <a16:creationId xmlns:a16="http://schemas.microsoft.com/office/drawing/2014/main" id="{95211382-25DA-4D78-8A2A-65BF812E1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04701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2">
              <a:extLst>
                <a:ext uri="{FF2B5EF4-FFF2-40B4-BE49-F238E27FC236}">
                  <a16:creationId xmlns:a16="http://schemas.microsoft.com/office/drawing/2014/main" id="{DB854E96-4BF7-41B7-98ED-218896E4B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290490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59">
              <a:extLst>
                <a:ext uri="{FF2B5EF4-FFF2-40B4-BE49-F238E27FC236}">
                  <a16:creationId xmlns:a16="http://schemas.microsoft.com/office/drawing/2014/main" id="{37D8D120-EF4A-4300-A248-1F0A6EF04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290490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">
              <a:extLst>
                <a:ext uri="{FF2B5EF4-FFF2-40B4-BE49-F238E27FC236}">
                  <a16:creationId xmlns:a16="http://schemas.microsoft.com/office/drawing/2014/main" id="{AC2782E1-E97A-4860-805A-381C628EF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276279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59">
              <a:extLst>
                <a:ext uri="{FF2B5EF4-FFF2-40B4-BE49-F238E27FC236}">
                  <a16:creationId xmlns:a16="http://schemas.microsoft.com/office/drawing/2014/main" id="{DA923931-3C79-451C-B0DD-D8C5C9B12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276279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">
              <a:extLst>
                <a:ext uri="{FF2B5EF4-FFF2-40B4-BE49-F238E27FC236}">
                  <a16:creationId xmlns:a16="http://schemas.microsoft.com/office/drawing/2014/main" id="{96552411-1484-4559-9B19-D82BA727FE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40418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6625486-87AB-40D0-B29C-F061F36B0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40418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">
              <a:extLst>
                <a:ext uri="{FF2B5EF4-FFF2-40B4-BE49-F238E27FC236}">
                  <a16:creationId xmlns:a16="http://schemas.microsoft.com/office/drawing/2014/main" id="{5CF69521-6B14-449B-AFAD-5246F7BBF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89970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59">
              <a:extLst>
                <a:ext uri="{FF2B5EF4-FFF2-40B4-BE49-F238E27FC236}">
                  <a16:creationId xmlns:a16="http://schemas.microsoft.com/office/drawing/2014/main" id="{FCCB1E40-AD9F-4FDE-9794-BA67A8F09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89970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">
              <a:extLst>
                <a:ext uri="{FF2B5EF4-FFF2-40B4-BE49-F238E27FC236}">
                  <a16:creationId xmlns:a16="http://schemas.microsoft.com/office/drawing/2014/main" id="{072A675B-C9E6-4B87-B488-FB7450C0A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75758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59">
              <a:extLst>
                <a:ext uri="{FF2B5EF4-FFF2-40B4-BE49-F238E27FC236}">
                  <a16:creationId xmlns:a16="http://schemas.microsoft.com/office/drawing/2014/main" id="{07438C80-8A3A-4E13-838D-B676C615B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75758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">
              <a:extLst>
                <a:ext uri="{FF2B5EF4-FFF2-40B4-BE49-F238E27FC236}">
                  <a16:creationId xmlns:a16="http://schemas.microsoft.com/office/drawing/2014/main" id="{03A1462E-5653-41AA-9086-553DD10C1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61547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59">
              <a:extLst>
                <a:ext uri="{FF2B5EF4-FFF2-40B4-BE49-F238E27FC236}">
                  <a16:creationId xmlns:a16="http://schemas.microsoft.com/office/drawing/2014/main" id="{C5D0C27E-61AE-48DC-95B4-5FEBCE413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61547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AE1C1E45-C712-4F12-B421-9DBD634FCE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47336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59">
              <a:extLst>
                <a:ext uri="{FF2B5EF4-FFF2-40B4-BE49-F238E27FC236}">
                  <a16:creationId xmlns:a16="http://schemas.microsoft.com/office/drawing/2014/main" id="{6537F337-22CC-46D3-8A70-335E1E44E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47336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feld 4">
            <a:extLst>
              <a:ext uri="{FF2B5EF4-FFF2-40B4-BE49-F238E27FC236}">
                <a16:creationId xmlns:a16="http://schemas.microsoft.com/office/drawing/2014/main" id="{325F9988-84C6-469B-83CE-724E84E1638E}"/>
              </a:ext>
            </a:extLst>
          </p:cNvPr>
          <p:cNvSpPr txBox="1"/>
          <p:nvPr/>
        </p:nvSpPr>
        <p:spPr>
          <a:xfrm>
            <a:off x="8626477" y="1134371"/>
            <a:ext cx="3326476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9200">
                <a:solidFill>
                  <a:schemeClr val="bg1"/>
                </a:solidFill>
                <a:latin typeface="Franklin Gothic Medium" panose="020B06030201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73554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056319-C061-43DE-9C64-BC3D2D48C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225"/>
            <a:ext cx="2335427" cy="882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Quellen</a:t>
            </a: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4871B6-EA94-4484-A9E9-BC9D72BDD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6940"/>
            <a:ext cx="6096000" cy="6021060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de-DE" sz="2000"/>
              <a:t>https://de.wikipedia.org/wiki/Gentechnik</a:t>
            </a:r>
          </a:p>
          <a:p>
            <a:pPr>
              <a:lnSpc>
                <a:spcPct val="120000"/>
              </a:lnSpc>
            </a:pPr>
            <a:r>
              <a:rPr lang="de-DE" sz="2000"/>
              <a:t>https://de.wikipedia.org/wiki/Cas9</a:t>
            </a:r>
          </a:p>
          <a:p>
            <a:pPr>
              <a:lnSpc>
                <a:spcPct val="120000"/>
              </a:lnSpc>
            </a:pPr>
            <a:r>
              <a:rPr lang="de-DE" sz="2000"/>
              <a:t>https://de.wikipedia.org/wiki/CRISPR</a:t>
            </a:r>
          </a:p>
          <a:p>
            <a:pPr>
              <a:lnSpc>
                <a:spcPct val="120000"/>
              </a:lnSpc>
            </a:pPr>
            <a:r>
              <a:rPr lang="de-DE" sz="2000"/>
              <a:t>https://de.wikipedia.org/wiki/CRISPR/Cas-Methode</a:t>
            </a:r>
          </a:p>
          <a:p>
            <a:pPr>
              <a:lnSpc>
                <a:spcPct val="120000"/>
              </a:lnSpc>
            </a:pPr>
            <a:r>
              <a:rPr lang="de-DE" sz="2000"/>
              <a:t>https://www.bmel.de/DE/Landwirtschaft/Pflanzenbau/Gentechnik/_Texte/Gentechnik_Wasgenauistdas.html</a:t>
            </a:r>
          </a:p>
          <a:p>
            <a:pPr>
              <a:lnSpc>
                <a:spcPct val="120000"/>
              </a:lnSpc>
            </a:pPr>
            <a:r>
              <a:rPr lang="de-DE" sz="2000"/>
              <a:t>https://www.uni-bielefeld.de/Universitaet/Einrichtungen/Zentrale%20Institute/IWT/FWG/Paradys/Gentechnik.html</a:t>
            </a:r>
          </a:p>
          <a:p>
            <a:pPr>
              <a:lnSpc>
                <a:spcPct val="120000"/>
              </a:lnSpc>
            </a:pPr>
            <a:r>
              <a:rPr lang="de-DE" sz="2000"/>
              <a:t>https://www.youtube.com/watch?v=ZAz1GutJGbg  </a:t>
            </a:r>
          </a:p>
          <a:p>
            <a:pPr>
              <a:lnSpc>
                <a:spcPct val="120000"/>
              </a:lnSpc>
            </a:pPr>
            <a:r>
              <a:rPr lang="de-DE" sz="2000"/>
              <a:t>https://www.youtube.com/watch?v=DE11uy4spho </a:t>
            </a:r>
          </a:p>
          <a:p>
            <a:pPr>
              <a:lnSpc>
                <a:spcPct val="120000"/>
              </a:lnSpc>
            </a:pPr>
            <a:r>
              <a:rPr lang="de-DE" sz="2000"/>
              <a:t>https://www.youtube.com/watch?v=jI4egsX27-Q  </a:t>
            </a:r>
          </a:p>
          <a:p>
            <a:pPr>
              <a:lnSpc>
                <a:spcPct val="120000"/>
              </a:lnSpc>
            </a:pPr>
            <a:r>
              <a:rPr lang="de-DE" sz="2000"/>
              <a:t>https://www.youtube.com/watch?v=UKbrwPL3wXE  </a:t>
            </a:r>
          </a:p>
          <a:p>
            <a:pPr>
              <a:lnSpc>
                <a:spcPct val="120000"/>
              </a:lnSpc>
            </a:pPr>
            <a:r>
              <a:rPr lang="de-DE" sz="2000"/>
              <a:t>https://www.youtube.com/watch?v=_NexbXXwkZY&amp;t=26s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DB79080-5B87-4F21-8A8C-0421B9AF9D19}"/>
              </a:ext>
            </a:extLst>
          </p:cNvPr>
          <p:cNvSpPr txBox="1"/>
          <p:nvPr/>
        </p:nvSpPr>
        <p:spPr>
          <a:xfrm>
            <a:off x="6037006" y="852616"/>
            <a:ext cx="6096000" cy="60210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https://www.youtube.com/watch?v=UKbrwPL3wXE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https://www.youtube.com/watch?v=_NexbXXwkZY&amp;t=26s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https://youtu.be/EXERMOAIyUE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https://youtu.be/N-1-cKLUvjg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https://youtu.be/0pQSWRdtrf8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https://www.transgen.de/forschung/2564.crispr-genome-editing-pflanzen.html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https://www.badische-zeitung.de/panorama/erbgut-noch-gezielter-veraendern--17 8581305.html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https://de.wikipedia.org/wiki/Gentherapie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https://www.wired.com/story/a-new-crispr-technique-could-fix-many-more-genetic-diseases/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https://de.wikipedia.org/</a:t>
            </a:r>
            <a:r>
              <a:rPr lang="de-DE" sz="2000" err="1"/>
              <a:t>wiki</a:t>
            </a:r>
            <a:r>
              <a:rPr lang="de-DE" sz="2000"/>
              <a:t>/</a:t>
            </a:r>
            <a:r>
              <a:rPr lang="de-DE" sz="2000" err="1"/>
              <a:t>Grüne_Gentechnik</a:t>
            </a:r>
            <a:endParaRPr lang="de-DE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https://de.wikipedia.org/wiki/Rote_Biotechnologie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https://de.wikipedia.org/wiki/Industrielle_Biotechnologie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https://de.wikipedia.org/wiki/Umweltbiotechnologie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https://de.wikipedia.org/wiki/Blaue_Biotechnologie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/>
              <a:t>www.impulsmittelschule.ch › 2_straub_micha_arbeit-1553883658</a:t>
            </a:r>
            <a:endParaRPr lang="de-DE" sz="2000">
              <a:hlinkClick r:id="rId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1464695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7B5B4-3A24-436E-B663-1B2EBFF8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87FDF89-C993-41F4-A1B8-DBAFF1600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4E585EA-75FD-4025-8270-F66A58A1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EF0B92-2888-46A1-BBA8-753D3C372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02" y="365125"/>
            <a:ext cx="10520702" cy="1325563"/>
          </a:xfrm>
        </p:spPr>
        <p:txBody>
          <a:bodyPr>
            <a:normAutofit/>
          </a:bodyPr>
          <a:lstStyle/>
          <a:p>
            <a:r>
              <a:rPr lang="de-DE">
                <a:solidFill>
                  <a:srgbClr val="FFFFFF"/>
                </a:solidFill>
              </a:rPr>
              <a:t>Bild 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474413-78D1-47B3-A918-355368927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022601"/>
            <a:ext cx="10515598" cy="4154361"/>
          </a:xfrm>
        </p:spPr>
        <p:txBody>
          <a:bodyPr>
            <a:normAutofit/>
          </a:bodyPr>
          <a:lstStyle/>
          <a:p>
            <a:r>
              <a:rPr lang="de-DE" sz="2000"/>
              <a:t>Bild 1 Folie 1: https://www.chemanager-online.com/themen/chemikalien-distribution/crisprcas9-findet-immer-mehr-anwendungen</a:t>
            </a:r>
          </a:p>
          <a:p>
            <a:r>
              <a:rPr lang="de-DE" sz="2000"/>
              <a:t>Bild 1 Folie 4: https://de.wikipedia.org/wiki/Emmanuelle_Charpentier</a:t>
            </a:r>
          </a:p>
          <a:p>
            <a:r>
              <a:rPr lang="de-DE" sz="2000"/>
              <a:t>Bild 2 Folie 4: https://de.wikipedia.org/wiki/Feng_Zhang</a:t>
            </a:r>
          </a:p>
          <a:p>
            <a:r>
              <a:rPr lang="de-DE" sz="2000"/>
              <a:t>Bild 1 Folie 5: https://de.wikipedia.org/wiki/CRISPR/Cas-Methode</a:t>
            </a:r>
          </a:p>
          <a:p>
            <a:r>
              <a:rPr lang="de-DE" sz="2000"/>
              <a:t>Bild 1 Folie 6: Aus www.impulsmittelschule.ch › 2_straub_micha_arbeit-1553883658</a:t>
            </a:r>
          </a:p>
          <a:p>
            <a:pPr marL="0" indent="0">
              <a:buNone/>
            </a:pPr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4022071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</Words>
  <Application>Microsoft Office PowerPoint</Application>
  <PresentationFormat>Breitbild</PresentationFormat>
  <Paragraphs>140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Franklin Gothic Medium</vt:lpstr>
      <vt:lpstr>Office</vt:lpstr>
      <vt:lpstr>FIP Gentechnik CRISPR</vt:lpstr>
      <vt:lpstr>Gliederung</vt:lpstr>
      <vt:lpstr>Was ist CRISPR?</vt:lpstr>
      <vt:lpstr>Wer hat wann CRISPR entdeckt?</vt:lpstr>
      <vt:lpstr>Wie wurde CRISPR entdeckt?</vt:lpstr>
      <vt:lpstr>Wie funktioniert CRISPR praktisch?</vt:lpstr>
      <vt:lpstr>Welche Anwendungsfelder hat CRISPR?</vt:lpstr>
      <vt:lpstr>Warum benutzt man CRISPR?</vt:lpstr>
      <vt:lpstr>Die Zukunft von CRISPR:</vt:lpstr>
      <vt:lpstr>Die Gefahren von CRISPR</vt:lpstr>
      <vt:lpstr>Meine Meinung:</vt:lpstr>
      <vt:lpstr>Quellen:</vt:lpstr>
      <vt:lpstr>Bild Quellen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FIP Gentechnik CRISPR</dc:title>
  <dc:creator>mvg</dc:creator>
  <cp:lastModifiedBy>mvg</cp:lastModifiedBy>
  <cp:revision>1</cp:revision>
  <dcterms:created xsi:type="dcterms:W3CDTF">2020-02-02T10:07:30Z</dcterms:created>
  <dcterms:modified xsi:type="dcterms:W3CDTF">2020-02-05T17:16:20Z</dcterms:modified>
</cp:coreProperties>
</file>